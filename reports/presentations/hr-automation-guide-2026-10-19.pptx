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f2784d3a134e7c" /><Relationship Type="http://schemas.openxmlformats.org/officeDocument/2006/relationships/extended-properties" Target="/docProps/app.xml" Id="R864acab6131747a3" /><Relationship Type="http://schemas.openxmlformats.org/officeDocument/2006/relationships/officeDocument" Target="/ppt/presentation.xml" Id="Reb2257d46e1748da" /></Relationships>
</file>

<file path=ppt/presentation.xml><?xml version="1.0" encoding="utf-8"?>
<p:presentation xmlns:p="http://schemas.openxmlformats.org/presentationml/2006/main">
  <p:sldMasterIdLst>
    <p:sldMasterId xmlns:r="http://schemas.openxmlformats.org/officeDocument/2006/relationships" id="2147483648" r:id="R3e26ca96a1fb45c9"/>
  </p:sldMasterIdLst>
  <p:notesMasterIdLst>
    <p:notesMasterId xmlns:r="http://schemas.openxmlformats.org/officeDocument/2006/relationships" r:id="Rffcf2b47ae924725"/>
  </p:notesMasterIdLst>
  <p:sldIdLst>
    <p:sldId xmlns:r="http://schemas.openxmlformats.org/officeDocument/2006/relationships" id="256" r:id="Rcf92ec8cbf934b25"/>
    <p:sldId xmlns:r="http://schemas.openxmlformats.org/officeDocument/2006/relationships" id="257" r:id="Rbd4ccc63972d4e76"/>
    <p:sldId xmlns:r="http://schemas.openxmlformats.org/officeDocument/2006/relationships" id="258" r:id="R891fef054cc6459a"/>
    <p:sldId xmlns:r="http://schemas.openxmlformats.org/officeDocument/2006/relationships" id="259" r:id="R95de24d9f2284e7e"/>
    <p:sldId xmlns:r="http://schemas.openxmlformats.org/officeDocument/2006/relationships" id="260" r:id="Rdeedf6d7a8f74d80"/>
    <p:sldId xmlns:r="http://schemas.openxmlformats.org/officeDocument/2006/relationships" id="261" r:id="R3752d33986264e2d"/>
    <p:sldId xmlns:r="http://schemas.openxmlformats.org/officeDocument/2006/relationships" id="262" r:id="Rd3fa3984ddcc4f62"/>
    <p:sldId xmlns:r="http://schemas.openxmlformats.org/officeDocument/2006/relationships" id="263" r:id="R5a5d778414284182"/>
    <p:sldId xmlns:r="http://schemas.openxmlformats.org/officeDocument/2006/relationships" id="264" r:id="R0267e6e24c854351"/>
    <p:sldId xmlns:r="http://schemas.openxmlformats.org/officeDocument/2006/relationships" id="265" r:id="Rae20b55a298f42b9"/>
    <p:sldId xmlns:r="http://schemas.openxmlformats.org/officeDocument/2006/relationships" id="266" r:id="R53f25ed53d784e0f"/>
    <p:sldId xmlns:r="http://schemas.openxmlformats.org/officeDocument/2006/relationships" id="267" r:id="Rdaa26f08e4f8484f"/>
    <p:sldId xmlns:r="http://schemas.openxmlformats.org/officeDocument/2006/relationships" id="268" r:id="R697983519d334c8a"/>
    <p:sldId xmlns:r="http://schemas.openxmlformats.org/officeDocument/2006/relationships" id="269" r:id="Rdf796dbf1f89408a"/>
    <p:sldId xmlns:r="http://schemas.openxmlformats.org/officeDocument/2006/relationships" id="270" r:id="R401d4ed114e94f60"/>
    <p:sldId xmlns:r="http://schemas.openxmlformats.org/officeDocument/2006/relationships" id="271" r:id="R37cc34efd6ff4d1f"/>
    <p:sldId xmlns:r="http://schemas.openxmlformats.org/officeDocument/2006/relationships" id="272" r:id="R5364d0a9db264f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0e84fc6f354708" /><Relationship Type="http://schemas.openxmlformats.org/officeDocument/2006/relationships/slideMaster" Target="/ppt/slideMasters/slideMaster1.xml" Id="R3e26ca96a1fb45c9" /><Relationship Type="http://schemas.openxmlformats.org/officeDocument/2006/relationships/notesMaster" Target="/ppt/notesMasters/notesMaster1.xml" Id="Rffcf2b47ae924725" /><Relationship Type="http://schemas.openxmlformats.org/officeDocument/2006/relationships/presProps" Target="/ppt/presProps.xml" Id="R8275d785e38d4774" /><Relationship Type="http://schemas.openxmlformats.org/officeDocument/2006/relationships/tableStyles" Target="/ppt/tableStyles.xml" Id="R8a7f0e3d728c42b3" /><Relationship Type="http://schemas.openxmlformats.org/officeDocument/2006/relationships/slide" Target="/ppt/slides/slide1.xml" Id="Rcf92ec8cbf934b25" /><Relationship Type="http://schemas.openxmlformats.org/officeDocument/2006/relationships/slide" Target="/ppt/slides/slide2.xml" Id="Rbd4ccc63972d4e76" /><Relationship Type="http://schemas.openxmlformats.org/officeDocument/2006/relationships/slide" Target="/ppt/slides/slide3.xml" Id="R891fef054cc6459a" /><Relationship Type="http://schemas.openxmlformats.org/officeDocument/2006/relationships/slide" Target="/ppt/slides/slide4.xml" Id="R95de24d9f2284e7e" /><Relationship Type="http://schemas.openxmlformats.org/officeDocument/2006/relationships/slide" Target="/ppt/slides/slide5.xml" Id="Rdeedf6d7a8f74d80" /><Relationship Type="http://schemas.openxmlformats.org/officeDocument/2006/relationships/slide" Target="/ppt/slides/slide6.xml" Id="R3752d33986264e2d" /><Relationship Type="http://schemas.openxmlformats.org/officeDocument/2006/relationships/slide" Target="/ppt/slides/slide7.xml" Id="Rd3fa3984ddcc4f62" /><Relationship Type="http://schemas.openxmlformats.org/officeDocument/2006/relationships/slide" Target="/ppt/slides/slide8.xml" Id="R5a5d778414284182" /><Relationship Type="http://schemas.openxmlformats.org/officeDocument/2006/relationships/slide" Target="/ppt/slides/slide9.xml" Id="R0267e6e24c854351" /><Relationship Type="http://schemas.openxmlformats.org/officeDocument/2006/relationships/slide" Target="/ppt/slides/slide10.xml" Id="Rae20b55a298f42b9" /><Relationship Type="http://schemas.openxmlformats.org/officeDocument/2006/relationships/slide" Target="/ppt/slides/slide11.xml" Id="R53f25ed53d784e0f" /><Relationship Type="http://schemas.openxmlformats.org/officeDocument/2006/relationships/slide" Target="/ppt/slides/slide12.xml" Id="Rdaa26f08e4f8484f" /><Relationship Type="http://schemas.openxmlformats.org/officeDocument/2006/relationships/slide" Target="/ppt/slides/slide13.xml" Id="R697983519d334c8a" /><Relationship Type="http://schemas.openxmlformats.org/officeDocument/2006/relationships/slide" Target="/ppt/slides/slide14.xml" Id="Rdf796dbf1f89408a" /><Relationship Type="http://schemas.openxmlformats.org/officeDocument/2006/relationships/slide" Target="/ppt/slides/slide15.xml" Id="R401d4ed114e94f60" /><Relationship Type="http://schemas.openxmlformats.org/officeDocument/2006/relationships/slide" Target="/ppt/slides/slide16.xml" Id="R37cc34efd6ff4d1f" /><Relationship Type="http://schemas.openxmlformats.org/officeDocument/2006/relationships/slide" Target="/ppt/slides/slide17.xml" Id="R5364d0a9db264f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b3c78cb1d541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a9ca323ec144dd" /><Relationship Type="http://schemas.openxmlformats.org/officeDocument/2006/relationships/notesMaster" Target="/ppt/notesMasters/notesMaster1.xml" Id="R24e0316fd6a24e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07f1c9823a44ff" /><Relationship Type="http://schemas.openxmlformats.org/officeDocument/2006/relationships/notesMaster" Target="/ppt/notesMasters/notesMaster1.xml" Id="Re7bdcefb7c2e4e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a8ce9ea4bd463d" /><Relationship Type="http://schemas.openxmlformats.org/officeDocument/2006/relationships/notesMaster" Target="/ppt/notesMasters/notesMaster1.xml" Id="R740c932ffc234d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a04a7804a54974" /><Relationship Type="http://schemas.openxmlformats.org/officeDocument/2006/relationships/notesMaster" Target="/ppt/notesMasters/notesMaster1.xml" Id="Rc13543bc939141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a2441ac36948ca" /><Relationship Type="http://schemas.openxmlformats.org/officeDocument/2006/relationships/notesMaster" Target="/ppt/notesMasters/notesMaster1.xml" Id="R00e58cf2b75742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85e383b72f4a51" /><Relationship Type="http://schemas.openxmlformats.org/officeDocument/2006/relationships/notesMaster" Target="/ppt/notesMasters/notesMaster1.xml" Id="R40545c8b030443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7a680a9e644741" /><Relationship Type="http://schemas.openxmlformats.org/officeDocument/2006/relationships/notesMaster" Target="/ppt/notesMasters/notesMaster1.xml" Id="R454d173335284d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27f9e7fb3c4629" /><Relationship Type="http://schemas.openxmlformats.org/officeDocument/2006/relationships/notesMaster" Target="/ppt/notesMasters/notesMaster1.xml" Id="R68a8609db7394c8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2f3b00055946cd" /><Relationship Type="http://schemas.openxmlformats.org/officeDocument/2006/relationships/notesMaster" Target="/ppt/notesMasters/notesMaster1.xml" Id="R0ebd1d08dead4b9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0af12fa1d44d65" /><Relationship Type="http://schemas.openxmlformats.org/officeDocument/2006/relationships/notesMaster" Target="/ppt/notesMasters/notesMaster1.xml" Id="R10ec110035a642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b3ad8ae7694fe9" /><Relationship Type="http://schemas.openxmlformats.org/officeDocument/2006/relationships/notesMaster" Target="/ppt/notesMasters/notesMaster1.xml" Id="Rced6d8f99b98471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7a4ba2062384ed2" /><Relationship Type="http://schemas.openxmlformats.org/officeDocument/2006/relationships/notesMaster" Target="/ppt/notesMasters/notesMaster1.xml" Id="Rd930c1c8c4284a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16714021d404c20" /><Relationship Type="http://schemas.openxmlformats.org/officeDocument/2006/relationships/notesMaster" Target="/ppt/notesMasters/notesMaster1.xml" Id="R49491ac79bd14ff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2ca61c681b40ef" /><Relationship Type="http://schemas.openxmlformats.org/officeDocument/2006/relationships/notesMaster" Target="/ppt/notesMasters/notesMaster1.xml" Id="R285fe12af5f0410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5784cb7e3fd42ac" /><Relationship Type="http://schemas.openxmlformats.org/officeDocument/2006/relationships/notesMaster" Target="/ppt/notesMasters/notesMaster1.xml" Id="R3308d620afd343a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c60e8b187884fb7" /><Relationship Type="http://schemas.openxmlformats.org/officeDocument/2006/relationships/notesMaster" Target="/ppt/notesMasters/notesMaster1.xml" Id="R69d8ea396f1f4a7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a0ccbad863d4272" /><Relationship Type="http://schemas.openxmlformats.org/officeDocument/2006/relationships/notesMaster" Target="/ppt/notesMasters/notesMaster1.xml" Id="Rf37c64cf19604e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текущей рабочей копии HR-Automation, срез 19.10.2026:</a:t>
            </a:r>
          </a:p>
          <a:p xmlns:a="http://schemas.openxmlformats.org/drawingml/2006/main">
            <a:r>
              <a:t>/Users/admin/Documents/HR-Automation/docs/project-context-for-audit.md</a:t>
            </a:r>
          </a:p>
          <a:p xmlns:a="http://schemas.openxmlformats.org/drawingml/2006/main">
            <a:r>
              <a:t>/Users/admin/Documents/HR-Automation/AGENTS.md</a:t>
            </a:r>
          </a:p>
          <a:p xmlns:a="http://schemas.openxmlformats.org/drawingml/2006/main">
            <a:r>
              <a:t>Концептуальная иллюстрация создана встроенным imagegen. Это не интерфейс проекта. Файл: /Users/admin/Documents/HR-Automation/data/local/presentation-build-2026-10-19/hr-automation-cover.png. Prompt: editorial cut-paper illustration of job notices, evidence review, two paths for next work and interview practice, warm ivory, teal and charcoal, no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текущей рабочей копии HR-Automation, срез 19.10.2026:</a:t>
            </a:r>
          </a:p>
          <a:p xmlns:a="http://schemas.openxmlformats.org/drawingml/2006/main">
            <a:r>
              <a:t>/Users/admin/Documents/HR-Automation/AGENTS.md</a:t>
            </a:r>
          </a:p>
          <a:p xmlns:a="http://schemas.openxmlformats.org/drawingml/2006/main">
            <a:r>
              <a:t>/Users/admin/Documents/HR-Automation/config/purpose_rubric.yaml</a:t>
            </a:r>
          </a:p>
          <a:p xmlns:a="http://schemas.openxmlformats.org/drawingml/2006/main">
            <a:r>
              <a:t>/Users/admin/Documents/HR-Automation/docs/project-context-for-audit.md</a:t>
            </a:r>
          </a:p>
          <a:p xmlns:a="http://schemas.openxmlformats.org/drawingml/2006/main">
            <a:r>
              <a:t>Карьерный канон: /Users/admin/Documents/aramais-vault/codex/projects/career-orientation/codex/areas/job-search-vector.md, 16.10.2026. Опыт пользователя — аналитическое лидерство в исторических материалах. Causal inference — направление развития, подтверждённая экспертность не предполагается. Рубрика P2 подтверждена 19.10.2026.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текущей рабочей копии HR-Automation, срез 19.10.2026:</a:t>
            </a:r>
          </a:p>
          <a:p xmlns:a="http://schemas.openxmlformats.org/drawingml/2006/main">
            <a:r>
              <a:t>/Users/admin/Documents/HR-Automation/src/job_intake/pipeline.py</a:t>
            </a:r>
          </a:p>
          <a:p xmlns:a="http://schemas.openxmlformats.org/drawingml/2006/main">
            <a:r>
              <a:t>/Users/admin/Documents/HR-Automation/src/job_intake/discovery/service.py</a:t>
            </a:r>
          </a:p>
          <a:p xmlns:a="http://schemas.openxmlformats.org/drawingml/2006/main">
            <a:r>
              <a:t>/Users/admin/Documents/HR-Automation/src/job_intake/crm/repository.py</a:t>
            </a:r>
          </a:p>
          <a:p xmlns:a="http://schemas.openxmlformats.org/drawingml/2006/main">
            <a:r>
              <a:t>Это обзор смысловых этапов. Точный порядок локальной классификации, gates, AI-prefilter, аннотации и финализации показан далее. Discovery сохраняет отдельные артефакты и попадает в HR через явный promote.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текущей рабочей копии HR-Automation, срез 19.10.2026:</a:t>
            </a:r>
          </a:p>
          <a:p xmlns:a="http://schemas.openxmlformats.org/drawingml/2006/main">
            <a:r>
              <a:t>/Users/admin/Documents/HR-Automation/config/settings.yaml</a:t>
            </a:r>
          </a:p>
          <a:p xmlns:a="http://schemas.openxmlformats.org/drawingml/2006/main">
            <a:r>
              <a:t>/Users/admin/Documents/HR-Automation/config/company_watchlist.yaml</a:t>
            </a:r>
          </a:p>
          <a:p xmlns:a="http://schemas.openxmlformats.org/drawingml/2006/main">
            <a:r>
              <a:t>/Users/admin/Documents/HR-Automation/src/job_intake/adapters/factory.py</a:t>
            </a:r>
          </a:p>
          <a:p xmlns:a="http://schemas.openxmlformats.org/drawingml/2006/main">
            <a:r>
              <a:t>/Users/admin/Documents/HR-Automation/src/job_intake/adapters/dailyremote.py</a:t>
            </a:r>
          </a:p>
          <a:p xmlns:a="http://schemas.openxmlformats.org/drawingml/2006/main">
            <a:r>
              <a:t>/Users/admin/Documents/HR-Automation/src/job_intake/cli.py</a:t>
            </a:r>
          </a:p>
          <a:p xmlns:a="http://schemas.openxmlformats.org/drawingml/2006/main">
            <a:r>
              <a:t>Gmail snapshot импортируется offline, непрерывного опроса Gmail нет. В watchlist включены Supabase/Ashby и Wikimedia/Greenhouse на дату среза. Наличие настроек не доказывает здоровье живого источника.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текущей рабочей копии HR-Automation, срез 19.10.2026:</a:t>
            </a:r>
          </a:p>
          <a:p xmlns:a="http://schemas.openxmlformats.org/drawingml/2006/main">
            <a:r>
              <a:t>/Users/admin/Documents/HR-Automation/src/job_intake/models/job.py</a:t>
            </a:r>
          </a:p>
          <a:p xmlns:a="http://schemas.openxmlformats.org/drawingml/2006/main">
            <a:r>
              <a:t>/Users/admin/Documents/HR-Automation/src/job_intake/storage/dedup.py</a:t>
            </a:r>
          </a:p>
          <a:p xmlns:a="http://schemas.openxmlformats.org/drawingml/2006/main">
            <a:r>
              <a:t>/Users/admin/Documents/HR-Automation/src/job_intake/storage/source_state.py</a:t>
            </a:r>
          </a:p>
          <a:p xmlns:a="http://schemas.openxmlformats.org/drawingml/2006/main">
            <a:r>
              <a:t>/Users/admin/Documents/HR-Automation/src/job_intake/storage/source_lifecycle.py</a:t>
            </a:r>
          </a:p>
          <a:p xmlns:a="http://schemas.openxmlformats.org/drawingml/2006/main">
            <a:r>
              <a:t>Identity: source+source_job_id, затем canonical URL, затем fingerprint. Полное описание входит в content hash. Автозакрытие по отсутствию: та же ATS-доска, минимум два полных успешных наблюдения и семидневный подтверждённый период отсутствия по default. Частичные/ошибочные наблюдения период не увеличивают.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текущей рабочей копии HR-Automation, срез 19.10.2026:</a:t>
            </a:r>
          </a:p>
          <a:p xmlns:a="http://schemas.openxmlformats.org/drawingml/2006/main">
            <a:r>
              <a:t>/Users/admin/Documents/HR-Automation/src/job_intake/discovery/planning.py</a:t>
            </a:r>
          </a:p>
          <a:p xmlns:a="http://schemas.openxmlformats.org/drawingml/2006/main">
            <a:r>
              <a:t>/Users/admin/Documents/HR-Automation/src/job_intake/discovery/providers.py</a:t>
            </a:r>
          </a:p>
          <a:p xmlns:a="http://schemas.openxmlformats.org/drawingml/2006/main">
            <a:r>
              <a:t>/Users/admin/Documents/HR-Automation/src/job_intake/discovery/service.py</a:t>
            </a:r>
          </a:p>
          <a:p xmlns:a="http://schemas.openxmlformats.org/drawingml/2006/main">
            <a:r>
              <a:t>/Users/admin/Documents/HR-Automation/src/job_intake/discovery/promote.py</a:t>
            </a:r>
          </a:p>
          <a:p xmlns:a="http://schemas.openxmlformats.org/drawingml/2006/main">
            <a:r>
              <a:t>/Users/admin/Documents/HR-Automation/docs/p1-discovery.md</a:t>
            </a:r>
          </a:p>
          <a:p xmlns:a="http://schemas.openxmlformats.org/drawingml/2006/main">
            <a:r>
              <a:t>Позитивные seeds требуют human relevance 2/3, snapshot, method/date и допустимое происхождение. Relevance 0 может быть контрпримером. Holdout запрещён как seed/demo. Promote default dry-run, --apply отдельный и идемпотентный. Для P1 требуется human eligible. Перенос не создаёт application или operational human purpose.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текущей рабочей копии HR-Automation, срез 19.10.2026:</a:t>
            </a:r>
          </a:p>
          <a:p xmlns:a="http://schemas.openxmlformats.org/drawingml/2006/main">
            <a:r>
              <a:t>/Users/admin/Documents/HR-Automation/src/job_intake/pipeline.py</a:t>
            </a:r>
          </a:p>
          <a:p xmlns:a="http://schemas.openxmlformats.org/drawingml/2006/main">
            <a:r>
              <a:t>/Users/admin/Documents/HR-Automation/src/job_intake/classification.py</a:t>
            </a:r>
          </a:p>
          <a:p xmlns:a="http://schemas.openxmlformats.org/drawingml/2006/main">
            <a:r>
              <a:t>/Users/admin/Documents/HR-Automation/src/job_intake/filtering.py</a:t>
            </a:r>
          </a:p>
          <a:p xmlns:a="http://schemas.openxmlformats.org/drawingml/2006/main">
            <a:r>
              <a:t>/Users/admin/Documents/HR-Automation/config/rules.yaml</a:t>
            </a:r>
          </a:p>
          <a:p xmlns:a="http://schemas.openxmlformats.org/drawingml/2006/main">
            <a:r>
              <a:t>У неоднозначной профессии AI-классификация возможна при явном AI-запуске. Однозначный локальный REJECT позволяет пропустить платные этапы. Титул не устанавливает личную привлекательность или max-score профессию. other не означает доказанную нерелевантность. PASS остаётся машинным результатом и не подтверждает юридический статус пользователя.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текущей рабочей копии HR-Automation, срез 19.10.2026:</a:t>
            </a:r>
          </a:p>
          <a:p xmlns:a="http://schemas.openxmlformats.org/drawingml/2006/main">
            <a:r>
              <a:t>/Users/admin/Documents/HR-Automation/src/job_intake/annotation/prefilter.py</a:t>
            </a:r>
          </a:p>
          <a:p xmlns:a="http://schemas.openxmlformats.org/drawingml/2006/main">
            <a:r>
              <a:t>/Users/admin/Documents/HR-Automation/src/job_intake/pipeline.py</a:t>
            </a:r>
          </a:p>
          <a:p xmlns:a="http://schemas.openxmlformats.org/drawingml/2006/main">
            <a:r>
              <a:t>Screen + verify: likely_relevant, clearly_irrelevant, uncertain. При offline reevaluation валидный cached_route, включая suppression, может переиспользоваться без новых API-вызовов. Suppressed не финальный REJECT, не human negative и не автоматический P2. Противоречие, слишком большой/неполный источник, ошибка или mixed owned analytics/project/people counterevidence ведут в full_review. В suppression pipeline выставляет REVIEW и score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текущей рабочей копии HR-Automation, срез 19.10.2026:</a:t>
            </a:r>
          </a:p>
          <a:p xmlns:a="http://schemas.openxmlformats.org/drawingml/2006/main">
            <a:r>
              <a:t>/Users/admin/Documents/HR-Automation/src/job_intake/annotation/service.py</a:t>
            </a:r>
          </a:p>
          <a:p xmlns:a="http://schemas.openxmlformats.org/drawingml/2006/main">
            <a:r>
              <a:t>/Users/admin/Documents/HR-Automation/src/job_intake/annotation/schema.py</a:t>
            </a:r>
          </a:p>
          <a:p xmlns:a="http://schemas.openxmlformats.org/drawingml/2006/main">
            <a:r>
              <a:t>/Users/admin/Documents/HR-Automation/src/job_intake/annotation/text.py</a:t>
            </a:r>
          </a:p>
          <a:p xmlns:a="http://schemas.openxmlformats.org/drawingml/2006/main">
            <a:r>
              <a:t>/Users/admin/Documents/HR-Automation/src/job_intake/annotation/input_contract.py</a:t>
            </a:r>
          </a:p>
          <a:p xmlns:a="http://schemas.openxmlformats.org/drawingml/2006/main">
            <a:r>
              <a:t>Цитата создана только для иллюстрации, не реальная вакансия. Claim содержит kind/value, unit_id, snippet, requirement, polarity, is_inference. Для known facts нужны SUPPORTED, отсутствие inference и evidence warnings. Требования к прошлому опыту и описание компании не доказывают обязанности роли. Partial review не может подтвердить 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текущей рабочей копии HR-Automation, срез 19.10.2026:</a:t>
            </a:r>
          </a:p>
          <a:p xmlns:a="http://schemas.openxmlformats.org/drawingml/2006/main">
            <a:r>
              <a:t>/Users/admin/Documents/HR-Automation/src/job_intake/scoring/pre_score.py</a:t>
            </a:r>
          </a:p>
          <a:p xmlns:a="http://schemas.openxmlformats.org/drawingml/2006/main">
            <a:r>
              <a:t>/Users/admin/Documents/HR-Automation/src/job_intake/scoring/tiering.py</a:t>
            </a:r>
          </a:p>
          <a:p xmlns:a="http://schemas.openxmlformats.org/drawingml/2006/main">
            <a:r>
              <a:t>/Users/admin/Documents/HR-Automation/src/job_intake/scoring/evidence.py</a:t>
            </a:r>
          </a:p>
          <a:p xmlns:a="http://schemas.openxmlformats.org/drawingml/2006/main">
            <a:r>
              <a:t>/Users/admin/Documents/HR-Automation/config/search_profiles.yaml</a:t>
            </a:r>
          </a:p>
          <a:p xmlns:a="http://schemas.openxmlformats.org/drawingml/2006/main">
            <a:r>
              <a:t>/Users/admin/Documents/HR-Automation/docs/p1-role-policy.md</a:t>
            </a:r>
          </a:p>
          <a:p xmlns:a="http://schemas.openxmlformats.org/drawingml/2006/main">
            <a:r>
              <a:t>role_fit_v1. Сильнейший титульный вес, содержательные концепты (синонимы без повторного начисления), source weight/company priority и bucket bonuses +3/+1.5. Raw fit score до caps сохраняется. Отсутствие analytical mandate в полном тексте также ограничивает C. Hiring REVIEW/REJECT сами по себе score не штрафуют. Пороги калибровались на прежних 30 development gold случаях, это не независимая проверка. Optional LLM reranker имеет ограниченную поправку, final caps после reranking, текущий config disabled.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текущей рабочей копии HR-Automation, срез 19.10.2026:</a:t>
            </a:r>
          </a:p>
          <a:p xmlns:a="http://schemas.openxmlformats.org/drawingml/2006/main">
            <a:r>
              <a:t>/Users/admin/Documents/HR-Automation/src/job_intake/purpose.py</a:t>
            </a:r>
          </a:p>
          <a:p xmlns:a="http://schemas.openxmlformats.org/drawingml/2006/main">
            <a:r>
              <a:t>/Users/admin/Documents/HR-Automation/src/job_intake/filtering.py</a:t>
            </a:r>
          </a:p>
          <a:p xmlns:a="http://schemas.openxmlformats.org/drawingml/2006/main">
            <a:r>
              <a:t>/Users/admin/Documents/HR-Automation/src/job_intake/scoring/tiering.py</a:t>
            </a:r>
          </a:p>
          <a:p xmlns:a="http://schemas.openxmlformats.org/drawingml/2006/main">
            <a:r>
              <a:t>Полностью вымышленный пример. Численный score не вычислялся, высокий fit и P2 suitable показаны как возможные, не как детерминированный результат одного предложения. Для predicted_p1 suitable нужны analytics, substantive decision, project leadership, people, eligible, отсутствие source_conflicts. P2 similarity: analytics и project/people/experimentation.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текущей рабочей копии HR-Automation, срез 19.10.2026:</a:t>
            </a:r>
          </a:p>
          <a:p xmlns:a="http://schemas.openxmlformats.org/drawingml/2006/main">
            <a:r>
              <a:t>/Users/admin/Documents/HR-Automation/docs/vacancy-gold-labeling.md</a:t>
            </a:r>
          </a:p>
          <a:p xmlns:a="http://schemas.openxmlformats.org/drawingml/2006/main">
            <a:r>
              <a:t>/Users/admin/Documents/HR-Automation/src/job_intake/annotation/gold.py</a:t>
            </a:r>
          </a:p>
          <a:p xmlns:a="http://schemas.openxmlformats.org/drawingml/2006/main">
            <a:r>
              <a:t>/Users/admin/Documents/HR-Automation/src/job_intake/annotation/gold_ui.py</a:t>
            </a:r>
          </a:p>
          <a:p xmlns:a="http://schemas.openxmlformats.org/drawingml/2006/main">
            <a:r>
              <a:t>/Users/admin/Documents/HR-Automation/docs/schemas/vacancy-tags-v2-gold.schema.json</a:t>
            </a:r>
          </a:p>
          <a:p xmlns:a="http://schemas.openxmlformats.org/drawingml/2006/main">
            <a:r>
              <a:t>Gold v2 JSONL хранится отдельно от predictions. До 19 фактических тегов, scope blind_decisions/full_tags/constraints. Три заполненных решения не означают full_tags. Сохранение с source hash/version, backup/journal. Метки привязаны к snapshot. Человеческие operational P1/P2 имеют отдельный контракт и не заполняются автоматически relevance.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текущей рабочей копии HR-Automation, срез 19.10.2026:</a:t>
            </a:r>
          </a:p>
          <a:p xmlns:a="http://schemas.openxmlformats.org/drawingml/2006/main">
            <a:r>
              <a:t>/Users/admin/Documents/HR-Automation/src/job_intake/purpose.py</a:t>
            </a:r>
          </a:p>
          <a:p xmlns:a="http://schemas.openxmlformats.org/drawingml/2006/main">
            <a:r>
              <a:t>/Users/admin/Documents/HR-Automation/src/job_intake/crm/repository.py</a:t>
            </a:r>
          </a:p>
          <a:p xmlns:a="http://schemas.openxmlformats.org/drawingml/2006/main">
            <a:r>
              <a:t>/Users/admin/Documents/HR-Automation/src/job_intake/crm/models.py</a:t>
            </a:r>
          </a:p>
          <a:p xmlns:a="http://schemas.openxmlformats.org/drawingml/2006/main">
            <a:r>
              <a:t>/Users/admin/Documents/HR-Automation/src/job_intake/crm/server.py</a:t>
            </a:r>
          </a:p>
          <a:p xmlns:a="http://schemas.openxmlformats.org/drawingml/2006/main">
            <a:r>
              <a:t>Система не отправляет заявки и сообщения автоматически. Повтор создания application из того же job возвращает существующее. Внешний/исторический application допустим без job_uid. Архив job отдельный от этапа application. CRM хранит notes, CV version label, contacts/history. Изменения source/rubric могут сделать human purpose stale отдельно по осям. Closed не рекомендуют для реальных интервью, snapshot может служить учебным материалом.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текущей рабочей копии HR-Automation, срез 19.10.2026:</a:t>
            </a:r>
          </a:p>
          <a:p xmlns:a="http://schemas.openxmlformats.org/drawingml/2006/main">
            <a:r>
              <a:t>/Users/admin/Documents/HR-Automation/src/job_intake/annotation/evaluation.py</a:t>
            </a:r>
          </a:p>
          <a:p xmlns:a="http://schemas.openxmlformats.org/drawingml/2006/main">
            <a:r>
              <a:t>/Users/admin/Documents/HR-Automation/src/job_intake/annotation/accuracy.py</a:t>
            </a:r>
          </a:p>
          <a:p xmlns:a="http://schemas.openxmlformats.org/drawingml/2006/main">
            <a:r>
              <a:t>/Users/admin/Documents/HR-Automation/src/job_intake/annotation/frozen_eval.py</a:t>
            </a:r>
          </a:p>
          <a:p xmlns:a="http://schemas.openxmlformats.org/drawingml/2006/main">
            <a:r>
              <a:t>/Users/admin/Documents/HR-Automation/docs/p1-evaluation.md</a:t>
            </a:r>
          </a:p>
          <a:p xmlns:a="http://schemas.openxmlformats.org/drawingml/2006/main">
            <a:r>
              <a:t>Precision/recall здесь объяснены для бинарного отбора в фиксированной размеченной выборке. Доступность найма отдельна от role recall. Actionable P1: human relevant + eligible и machine eligible/PASS/A-B. Отдельные метрики: profession/eligibility accuracy, blocker recall, false block, per-tag accuracy/macro F1, route coverage, NDCG. Accepted-only discovery не даёт recall selector/рынка. Missing outputs учитываются явно; unknown не заменяется отрицанием.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текущей рабочей копии HR-Automation, срез 19.10.2026:</a:t>
            </a:r>
          </a:p>
          <a:p xmlns:a="http://schemas.openxmlformats.org/drawingml/2006/main">
            <a:r>
              <a:t>/Users/admin/Documents/HR-Automation/src/job_intake/annotation/frozen_eval.py</a:t>
            </a:r>
          </a:p>
          <a:p xmlns:a="http://schemas.openxmlformats.org/drawingml/2006/main">
            <a:r>
              <a:t>/Users/admin/Documents/HR-Automation/src/job_intake/annotation/cohorts.py</a:t>
            </a:r>
          </a:p>
          <a:p xmlns:a="http://schemas.openxmlformats.org/drawingml/2006/main">
            <a:r>
              <a:t>/Users/admin/Documents/HR-Automation/src/job_intake/annotation/experiments.py</a:t>
            </a:r>
          </a:p>
          <a:p xmlns:a="http://schemas.openxmlformats.org/drawingml/2006/main">
            <a:r>
              <a:t>/Users/admin/Documents/HR-Automation/docs/p1-evaluation.md</a:t>
            </a:r>
          </a:p>
          <a:p xmlns:a="http://schemas.openxmlformats.org/drawingml/2006/main">
            <a:r>
              <a:t>Runner не выполняет новое inference автоматически. Без --predictions читает frozen saved predictions. Слепой gold сам по себе не независимый holdout, нужны provenance/cohort/exposure. Developer analysis снимает независимость для следующего выпуска. Эксперимент объявляется до runs, один фактор, минимум два repeats на вариант. Тариф с датой, unknown billing сохраняется. При недостаточных данных gate insufficient_evidence. Wilson CI и min N не доказывают мощность. Стоимость на подтверждённый результат null при нуле успехов.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текущей рабочей копии HR-Automation, срез 19.10.2026:</a:t>
            </a:r>
          </a:p>
          <a:p xmlns:a="http://schemas.openxmlformats.org/drawingml/2006/main">
            <a:r>
              <a:t>/Users/admin/Documents/HR-Automation/config/settings.yaml</a:t>
            </a:r>
          </a:p>
          <a:p xmlns:a="http://schemas.openxmlformats.org/drawingml/2006/main">
            <a:r>
              <a:t>/Users/admin/Documents/HR-Automation/src/job_intake/discovery/cli.py</a:t>
            </a:r>
          </a:p>
          <a:p xmlns:a="http://schemas.openxmlformats.org/drawingml/2006/main">
            <a:r>
              <a:t>/Users/admin/Documents/HR-Automation/src/job_intake/storage/database.py</a:t>
            </a:r>
          </a:p>
          <a:p xmlns:a="http://schemas.openxmlformats.org/drawingml/2006/main">
            <a:r>
              <a:t>/Users/admin/Documents/HR-Automation/docs/workflows.md</a:t>
            </a:r>
          </a:p>
          <a:p xmlns:a="http://schemas.openxmlformats.org/drawingml/2006/main">
            <a:r>
              <a:t>Встроенного расписания нет. Поддержка AI/provider не означает вызов при каждом сборе. Опциональный semantic reranker основного pipeline отличается от discovery selector/ranker. Фактический путь SQLite может быть переопределён JOB_INTAKE_DATABASE_URL. Запуск CRM и экспорт могут мигрировать БД. Для чистого чтения mode=ro. Не выводить секреты.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текущей рабочей копии HR-Automation, срез 19.10.2026:</a:t>
            </a:r>
          </a:p>
          <a:p xmlns:a="http://schemas.openxmlformats.org/drawingml/2006/main">
            <a:r>
              <a:t>/Users/admin/Documents/HR-Automation/docs/project-context-for-audit.md</a:t>
            </a:r>
          </a:p>
          <a:p xmlns:a="http://schemas.openxmlformats.org/drawingml/2006/main">
            <a:r>
              <a:t>/Users/admin/Documents/HR-Automation/docs/p1-evaluation.md</a:t>
            </a:r>
          </a:p>
          <a:p xmlns:a="http://schemas.openxmlformats.org/drawingml/2006/main">
            <a:r>
              <a:t>/Users/admin/Documents/HR-Automation/AGENTS.md</a:t>
            </a:r>
          </a:p>
          <a:p xmlns:a="http://schemas.openxmlformats.org/drawingml/2006/main">
            <a:r>
              <a:t>Запрос на независимый аудит целиком в docs/project-context-for-audit.md, раздел 9. Продуктовый успех требует устойчивого полезного P1/P2 потока за согласованный период. Автотесты и машинное согласие его не доказывают. Данный deck описывает реализацию и настройки, не новый audit system correctness.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ccaaf91ee440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4653471ea34a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0bf572d9a145a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75fcb4b49794b3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139a7681a2f4e0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db3a762bb0847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634962-7B53-410D-BE6C-2FA22D56727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2C7CE45-1A9C-4F62-87B0-1C3AA912AA2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631D35E-8BF3-4C9E-B36F-7BC5498686B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D9156B-6971-416A-86D0-B7FB62EA13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AA99B22-F09E-47CB-886A-8CD40E40D5F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8C01EF-6A7B-4B1A-9D6A-E55D2B3B0A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91ADDF-F843-4BA0-8125-58B68F3DA3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5D8F7F0-FC55-4348-A231-91541CC0BFF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05B5EF-1ECA-461A-85AE-771693BF44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A0E14A-DD3B-4D5A-80C3-0C4B07B6BD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a367b7f7b64b44" /><Relationship Type="http://schemas.openxmlformats.org/officeDocument/2006/relationships/slideLayout" Target="/ppt/slideLayouts/slideLayout1.xml" Id="Rc702dbf990094d3c" /><Relationship Type="http://schemas.openxmlformats.org/officeDocument/2006/relationships/slideLayout" Target="/ppt/slideLayouts/slideLayout2.xml" Id="Rc75f8d2acc654f56" /><Relationship Type="http://schemas.openxmlformats.org/officeDocument/2006/relationships/slideLayout" Target="/ppt/slideLayouts/slideLayout3.xml" Id="R009a2758e99240e1" /><Relationship Type="http://schemas.openxmlformats.org/officeDocument/2006/relationships/slideLayout" Target="/ppt/slideLayouts/slideLayout4.xml" Id="R6876c315e4bc4d1d" /><Relationship Type="http://schemas.openxmlformats.org/officeDocument/2006/relationships/slideLayout" Target="/ppt/slideLayouts/slideLayout5.xml" Id="Rdf1fa6307e134ee8" /><Relationship Type="http://schemas.openxmlformats.org/officeDocument/2006/relationships/slideLayout" Target="/ppt/slideLayouts/slideLayout6.xml" Id="R4c485484ad9444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02dbf990094d3c"/>
    <p:sldLayoutId xmlns:r="http://schemas.openxmlformats.org/officeDocument/2006/relationships" id="2147483650" r:id="Rc75f8d2acc654f56"/>
    <p:sldLayoutId xmlns:r="http://schemas.openxmlformats.org/officeDocument/2006/relationships" id="2147483651" r:id="R009a2758e99240e1"/>
    <p:sldLayoutId xmlns:r="http://schemas.openxmlformats.org/officeDocument/2006/relationships" id="2147483652" r:id="R6876c315e4bc4d1d"/>
    <p:sldLayoutId xmlns:r="http://schemas.openxmlformats.org/officeDocument/2006/relationships" id="2147483653" r:id="Rdf1fa6307e134ee8"/>
    <p:sldLayoutId xmlns:r="http://schemas.openxmlformats.org/officeDocument/2006/relationships" id="2147483654" r:id="R4c485484ad9444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452365a971240a4" /><Relationship Type="http://schemas.openxmlformats.org/officeDocument/2006/relationships/image" Target="/ppt/media/image.png" Id="R9fcb255aeea64bf6" /><Relationship Type="http://schemas.openxmlformats.org/officeDocument/2006/relationships/notesSlide" Target="/ppt/notesSlides/notesSlide1.xml" Id="R1766421b936644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5423d19f189449d" /><Relationship Type="http://schemas.openxmlformats.org/officeDocument/2006/relationships/notesSlide" Target="/ppt/notesSlides/notesSlide2.xml" Id="Rdfad396f145747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c07c4903c5141d8" /><Relationship Type="http://schemas.openxmlformats.org/officeDocument/2006/relationships/notesSlide" Target="/ppt/notesSlides/notesSlide3.xml" Id="R23f9b2bec07545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9908455fdc64964" /><Relationship Type="http://schemas.openxmlformats.org/officeDocument/2006/relationships/notesSlide" Target="/ppt/notesSlides/notesSlide4.xml" Id="Rab72eec50fd049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77e1763d31c4ea0" /><Relationship Type="http://schemas.openxmlformats.org/officeDocument/2006/relationships/notesSlide" Target="/ppt/notesSlides/notesSlide5.xml" Id="R661da7ce4cbc46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3e8b7edc0bc467d" /><Relationship Type="http://schemas.openxmlformats.org/officeDocument/2006/relationships/notesSlide" Target="/ppt/notesSlides/notesSlide6.xml" Id="R98a5e261c4d740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0380acbf7fb4496" /><Relationship Type="http://schemas.openxmlformats.org/officeDocument/2006/relationships/notesSlide" Target="/ppt/notesSlides/notesSlide7.xml" Id="R91310d3b73874a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a795fab06c54cbb" /><Relationship Type="http://schemas.openxmlformats.org/officeDocument/2006/relationships/notesSlide" Target="/ppt/notesSlides/notesSlide8.xml" Id="R0fbfa6c291e342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0471139eafd4db7" /><Relationship Type="http://schemas.openxmlformats.org/officeDocument/2006/relationships/notesSlide" Target="/ppt/notesSlides/notesSlide9.xml" Id="R7d6f3f2a4613492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708d12b07884a34" /><Relationship Type="http://schemas.openxmlformats.org/officeDocument/2006/relationships/notesSlide" Target="/ppt/notesSlides/notesSlide10.xml" Id="R46181c66e3434f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16f4b0349194278" /><Relationship Type="http://schemas.openxmlformats.org/officeDocument/2006/relationships/notesSlide" Target="/ppt/notesSlides/notesSlide11.xml" Id="R6a91e0ea6c7b4f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8fdfd2f0cf44773" /><Relationship Type="http://schemas.openxmlformats.org/officeDocument/2006/relationships/notesSlide" Target="/ppt/notesSlides/notesSlide12.xml" Id="R599dc267592f4b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5c71a268d744e6a" /><Relationship Type="http://schemas.openxmlformats.org/officeDocument/2006/relationships/notesSlide" Target="/ppt/notesSlides/notesSlide13.xml" Id="Rb53029f4b59249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8bfcc33e2d745a3" /><Relationship Type="http://schemas.openxmlformats.org/officeDocument/2006/relationships/notesSlide" Target="/ppt/notesSlides/notesSlide14.xml" Id="R8240dc263a82457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ca5ab2a1ccf4a3d" /><Relationship Type="http://schemas.openxmlformats.org/officeDocument/2006/relationships/notesSlide" Target="/ppt/notesSlides/notesSlide15.xml" Id="Rcb627478ecdb470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e904ed97bd64f00" /><Relationship Type="http://schemas.openxmlformats.org/officeDocument/2006/relationships/notesSlide" Target="/ppt/notesSlides/notesSlide16.xml" Id="R84888eb626444e4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0bfea33e64f4739" /><Relationship Type="http://schemas.openxmlformats.org/officeDocument/2006/relationships/notesSlide" Target="/ppt/notesSlides/notesSlide17.xml" Id="R41c07f449a2a4062" /></Relationships>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 name="cover-title">
            <a:extLst xmlns:a="http://schemas.openxmlformats.org/drawingml/2006/main">
              <a:ext uri="{FF2B5EF4-FFF2-40B4-BE49-F238E27FC236}">
                <a16:creationId xmlns:a16="http://schemas.microsoft.com/office/drawing/2014/main" id="{D857BC1F-21CC-487F-8813-02E2DC179D2C}"/>
              </a:ext>
            </a:extLst>
          </p:cNvPr>
          <p:cNvSpPr>
            <a:spLocks xmlns:a="http://schemas.openxmlformats.org/drawingml/2006/main" noGrp="1"/>
          </p:cNvSpPr>
          <p:nvPr/>
        </p:nvSpPr>
        <p:spPr>
          <a:xfrm xmlns:a="http://schemas.openxmlformats.org/drawingml/2006/main">
            <a:off x="609600" y="95250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b="1">
                <a:solidFill>
                  <a:srgbClr val="192C2A"/>
                </a:solidFill>
                <a:latin typeface="Arial"/>
                <a:ea typeface="Arial"/>
                <a:cs typeface="Arial"/>
              </a:defRPr>
            </a:defPPr>
            <a:lvl1pPr>
              <a:defRPr sz="4500" b="1">
                <a:solidFill>
                  <a:srgbClr val="192C2A"/>
                </a:solidFill>
                <a:latin typeface="Arial"/>
                <a:ea typeface="Arial"/>
                <a:cs typeface="Arial"/>
              </a:defRPr>
            </a:lvl1pPr>
            <a:lvl2pPr>
              <a:defRPr sz="4500" b="1">
                <a:solidFill>
                  <a:srgbClr val="192C2A"/>
                </a:solidFill>
                <a:latin typeface="Arial"/>
                <a:ea typeface="Arial"/>
                <a:cs typeface="Arial"/>
              </a:defRPr>
            </a:lvl2pPr>
            <a:lvl3pPr>
              <a:defRPr sz="4500" b="1">
                <a:solidFill>
                  <a:srgbClr val="192C2A"/>
                </a:solidFill>
                <a:latin typeface="Arial"/>
                <a:ea typeface="Arial"/>
                <a:cs typeface="Arial"/>
              </a:defRPr>
            </a:lvl3pPr>
            <a:lvl4pPr>
              <a:defRPr sz="4500" b="1">
                <a:solidFill>
                  <a:srgbClr val="192C2A"/>
                </a:solidFill>
                <a:latin typeface="Arial"/>
                <a:ea typeface="Arial"/>
                <a:cs typeface="Arial"/>
              </a:defRPr>
            </a:lvl4pPr>
            <a:lvl5pPr>
              <a:defRPr sz="4500" b="1">
                <a:solidFill>
                  <a:srgbClr val="192C2A"/>
                </a:solidFill>
                <a:latin typeface="Arial"/>
                <a:ea typeface="Arial"/>
                <a:cs typeface="Arial"/>
              </a:defRPr>
            </a:lvl5pPr>
            <a:lvl6pPr>
              <a:defRPr sz="4500" b="1">
                <a:solidFill>
                  <a:srgbClr val="192C2A"/>
                </a:solidFill>
                <a:latin typeface="Arial"/>
                <a:ea typeface="Arial"/>
                <a:cs typeface="Arial"/>
              </a:defRPr>
            </a:lvl6pPr>
            <a:lvl7pPr>
              <a:defRPr sz="4500" b="1">
                <a:solidFill>
                  <a:srgbClr val="192C2A"/>
                </a:solidFill>
                <a:latin typeface="Arial"/>
                <a:ea typeface="Arial"/>
                <a:cs typeface="Arial"/>
              </a:defRPr>
            </a:lvl7pPr>
            <a:lvl8pPr>
              <a:defRPr sz="4500" b="1">
                <a:solidFill>
                  <a:srgbClr val="192C2A"/>
                </a:solidFill>
                <a:latin typeface="Arial"/>
                <a:ea typeface="Arial"/>
                <a:cs typeface="Arial"/>
              </a:defRPr>
            </a:lvl8pPr>
            <a:lvl9pPr>
              <a:defRPr sz="4500" b="1">
                <a:solidFill>
                  <a:srgbClr val="192C2A"/>
                </a:solidFill>
                <a:latin typeface="Arial"/>
                <a:ea typeface="Arial"/>
                <a:cs typeface="Arial"/>
              </a:defRPr>
            </a:lvl9pPr>
          </a:lstStyle>
          <a:p xmlns:a="http://schemas.openxmlformats.org/drawingml/2006/main">
            <a:pPr>
              <a:defRPr sz="4500" b="1">
                <a:solidFill>
                  <a:srgbClr val="192C2A"/>
                </a:solidFill>
                <a:latin typeface="Arial"/>
                <a:ea typeface="Arial"/>
                <a:cs typeface="Arial"/>
              </a:defRPr>
            </a:pPr>
            <a:r>
              <a:rPr sz="4500" b="1">
                <a:solidFill>
                  <a:srgbClr val="192C2A"/>
                </a:solidFill>
                <a:latin typeface="Arial"/>
                <a:ea typeface="Arial"/>
                <a:cs typeface="Arial"/>
              </a:rPr>
              <a:t>Как работает</a:t>
            </a:r>
          </a:p>
          <a:p xmlns:a="http://schemas.openxmlformats.org/drawingml/2006/main">
            <a:pPr>
              <a:defRPr sz="4500" b="1">
                <a:solidFill>
                  <a:srgbClr val="192C2A"/>
                </a:solidFill>
                <a:latin typeface="Arial"/>
                <a:ea typeface="Arial"/>
                <a:cs typeface="Arial"/>
              </a:defRPr>
            </a:pPr>
            <a:r>
              <a:rPr sz="4500" b="1">
                <a:solidFill>
                  <a:srgbClr val="192C2A"/>
                </a:solidFill>
                <a:latin typeface="Arial"/>
                <a:ea typeface="Arial"/>
                <a:cs typeface="Arial"/>
              </a:rPr>
              <a:t>HR-Automation</a:t>
            </a:r>
          </a:p>
        </p:txBody>
      </p:sp>
      <p:sp>
        <p:nvSpPr>
          <p:cNvPr id="2" name="text">
            <a:extLst xmlns:a="http://schemas.openxmlformats.org/drawingml/2006/main">
              <a:ext uri="{FF2B5EF4-FFF2-40B4-BE49-F238E27FC236}">
                <a16:creationId xmlns:a16="http://schemas.microsoft.com/office/drawing/2014/main" id="{D3B1ABD1-77AB-4E5C-AE84-E2441C2D9E79}"/>
              </a:ext>
            </a:extLst>
          </p:cNvPr>
          <p:cNvSpPr>
            <a:spLocks xmlns:a="http://schemas.openxmlformats.org/drawingml/2006/main" noGrp="1"/>
          </p:cNvSpPr>
          <p:nvPr/>
        </p:nvSpPr>
        <p:spPr>
          <a:xfrm xmlns:a="http://schemas.openxmlformats.org/drawingml/2006/main">
            <a:off x="647700" y="3314700"/>
            <a:ext cx="552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25D"/>
                </a:solidFill>
                <a:latin typeface="Arial"/>
                <a:ea typeface="Arial"/>
                <a:cs typeface="Arial"/>
              </a:defRPr>
            </a:defPPr>
            <a:lvl1pPr>
              <a:defRPr sz="2175" b="0">
                <a:solidFill>
                  <a:srgbClr val="52625D"/>
                </a:solidFill>
                <a:latin typeface="Arial"/>
                <a:ea typeface="Arial"/>
                <a:cs typeface="Arial"/>
              </a:defRPr>
            </a:lvl1pPr>
            <a:lvl2pPr>
              <a:defRPr sz="2175" b="0">
                <a:solidFill>
                  <a:srgbClr val="52625D"/>
                </a:solidFill>
                <a:latin typeface="Arial"/>
                <a:ea typeface="Arial"/>
                <a:cs typeface="Arial"/>
              </a:defRPr>
            </a:lvl2pPr>
            <a:lvl3pPr>
              <a:defRPr sz="2175" b="0">
                <a:solidFill>
                  <a:srgbClr val="52625D"/>
                </a:solidFill>
                <a:latin typeface="Arial"/>
                <a:ea typeface="Arial"/>
                <a:cs typeface="Arial"/>
              </a:defRPr>
            </a:lvl3pPr>
            <a:lvl4pPr>
              <a:defRPr sz="2175" b="0">
                <a:solidFill>
                  <a:srgbClr val="52625D"/>
                </a:solidFill>
                <a:latin typeface="Arial"/>
                <a:ea typeface="Arial"/>
                <a:cs typeface="Arial"/>
              </a:defRPr>
            </a:lvl4pPr>
            <a:lvl5pPr>
              <a:defRPr sz="2175" b="0">
                <a:solidFill>
                  <a:srgbClr val="52625D"/>
                </a:solidFill>
                <a:latin typeface="Arial"/>
                <a:ea typeface="Arial"/>
                <a:cs typeface="Arial"/>
              </a:defRPr>
            </a:lvl5pPr>
            <a:lvl6pPr>
              <a:defRPr sz="2175" b="0">
                <a:solidFill>
                  <a:srgbClr val="52625D"/>
                </a:solidFill>
                <a:latin typeface="Arial"/>
                <a:ea typeface="Arial"/>
                <a:cs typeface="Arial"/>
              </a:defRPr>
            </a:lvl6pPr>
            <a:lvl7pPr>
              <a:defRPr sz="2175" b="0">
                <a:solidFill>
                  <a:srgbClr val="52625D"/>
                </a:solidFill>
                <a:latin typeface="Arial"/>
                <a:ea typeface="Arial"/>
                <a:cs typeface="Arial"/>
              </a:defRPr>
            </a:lvl7pPr>
            <a:lvl8pPr>
              <a:defRPr sz="2175" b="0">
                <a:solidFill>
                  <a:srgbClr val="52625D"/>
                </a:solidFill>
                <a:latin typeface="Arial"/>
                <a:ea typeface="Arial"/>
                <a:cs typeface="Arial"/>
              </a:defRPr>
            </a:lvl8pPr>
            <a:lvl9pPr>
              <a:defRPr sz="2175" b="0">
                <a:solidFill>
                  <a:srgbClr val="52625D"/>
                </a:solidFill>
                <a:latin typeface="Arial"/>
                <a:ea typeface="Arial"/>
                <a:cs typeface="Arial"/>
              </a:defRPr>
            </a:lvl9pPr>
          </a:lstStyle>
          <a:p xmlns:a="http://schemas.openxmlformats.org/drawingml/2006/main">
            <a:pPr>
              <a:defRPr sz="2175" b="0">
                <a:solidFill>
                  <a:srgbClr val="52625D"/>
                </a:solidFill>
                <a:latin typeface="Arial"/>
                <a:ea typeface="Arial"/>
                <a:cs typeface="Arial"/>
              </a:defRPr>
            </a:pPr>
            <a:r>
              <a:rPr sz="2175" b="0">
                <a:solidFill>
                  <a:srgbClr val="52625D"/>
                </a:solidFill>
                <a:latin typeface="Arial"/>
                <a:ea typeface="Arial"/>
                <a:cs typeface="Arial"/>
              </a:rPr>
              <a:t>Поиск вакансий, проверка фактов</a:t>
            </a:r>
          </a:p>
          <a:p xmlns:a="http://schemas.openxmlformats.org/drawingml/2006/main">
            <a:pPr>
              <a:defRPr sz="2175" b="0">
                <a:solidFill>
                  <a:srgbClr val="52625D"/>
                </a:solidFill>
                <a:latin typeface="Arial"/>
                <a:ea typeface="Arial"/>
                <a:cs typeface="Arial"/>
              </a:defRPr>
            </a:pPr>
            <a:r>
              <a:rPr sz="2175" b="0">
                <a:solidFill>
                  <a:srgbClr val="52625D"/>
                </a:solidFill>
                <a:latin typeface="Arial"/>
                <a:ea typeface="Arial"/>
                <a:cs typeface="Arial"/>
              </a:rPr>
              <a:t>и следующий шаг в CRM</a:t>
            </a:r>
          </a:p>
        </p:txBody>
      </p:sp>
      <p:sp>
        <p:nvSpPr>
          <p:cNvPr id="3" name="text">
            <a:extLst xmlns:a="http://schemas.openxmlformats.org/drawingml/2006/main">
              <a:ext uri="{FF2B5EF4-FFF2-40B4-BE49-F238E27FC236}">
                <a16:creationId xmlns:a16="http://schemas.microsoft.com/office/drawing/2014/main" id="{F575BB2A-B643-4B2D-8D1A-707D8EE7E374}"/>
              </a:ext>
            </a:extLst>
          </p:cNvPr>
          <p:cNvSpPr>
            <a:spLocks xmlns:a="http://schemas.openxmlformats.org/drawingml/2006/main" noGrp="1"/>
          </p:cNvSpPr>
          <p:nvPr/>
        </p:nvSpPr>
        <p:spPr>
          <a:xfrm xmlns:a="http://schemas.openxmlformats.org/drawingml/2006/main">
            <a:off x="647700" y="5876925"/>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25D"/>
                </a:solidFill>
                <a:latin typeface="Arial"/>
                <a:ea typeface="Arial"/>
                <a:cs typeface="Arial"/>
              </a:defRPr>
            </a:defPPr>
            <a:lvl1pPr>
              <a:defRPr sz="1575" b="0">
                <a:solidFill>
                  <a:srgbClr val="52625D"/>
                </a:solidFill>
                <a:latin typeface="Arial"/>
                <a:ea typeface="Arial"/>
                <a:cs typeface="Arial"/>
              </a:defRPr>
            </a:lvl1pPr>
            <a:lvl2pPr>
              <a:defRPr sz="1575" b="0">
                <a:solidFill>
                  <a:srgbClr val="52625D"/>
                </a:solidFill>
                <a:latin typeface="Arial"/>
                <a:ea typeface="Arial"/>
                <a:cs typeface="Arial"/>
              </a:defRPr>
            </a:lvl2pPr>
            <a:lvl3pPr>
              <a:defRPr sz="1575" b="0">
                <a:solidFill>
                  <a:srgbClr val="52625D"/>
                </a:solidFill>
                <a:latin typeface="Arial"/>
                <a:ea typeface="Arial"/>
                <a:cs typeface="Arial"/>
              </a:defRPr>
            </a:lvl3pPr>
            <a:lvl4pPr>
              <a:defRPr sz="1575" b="0">
                <a:solidFill>
                  <a:srgbClr val="52625D"/>
                </a:solidFill>
                <a:latin typeface="Arial"/>
                <a:ea typeface="Arial"/>
                <a:cs typeface="Arial"/>
              </a:defRPr>
            </a:lvl4pPr>
            <a:lvl5pPr>
              <a:defRPr sz="1575" b="0">
                <a:solidFill>
                  <a:srgbClr val="52625D"/>
                </a:solidFill>
                <a:latin typeface="Arial"/>
                <a:ea typeface="Arial"/>
                <a:cs typeface="Arial"/>
              </a:defRPr>
            </a:lvl5pPr>
            <a:lvl6pPr>
              <a:defRPr sz="1575" b="0">
                <a:solidFill>
                  <a:srgbClr val="52625D"/>
                </a:solidFill>
                <a:latin typeface="Arial"/>
                <a:ea typeface="Arial"/>
                <a:cs typeface="Arial"/>
              </a:defRPr>
            </a:lvl6pPr>
            <a:lvl7pPr>
              <a:defRPr sz="1575" b="0">
                <a:solidFill>
                  <a:srgbClr val="52625D"/>
                </a:solidFill>
                <a:latin typeface="Arial"/>
                <a:ea typeface="Arial"/>
                <a:cs typeface="Arial"/>
              </a:defRPr>
            </a:lvl7pPr>
            <a:lvl8pPr>
              <a:defRPr sz="1575" b="0">
                <a:solidFill>
                  <a:srgbClr val="52625D"/>
                </a:solidFill>
                <a:latin typeface="Arial"/>
                <a:ea typeface="Arial"/>
                <a:cs typeface="Arial"/>
              </a:defRPr>
            </a:lvl8pPr>
            <a:lvl9pPr>
              <a:defRPr sz="1575" b="0">
                <a:solidFill>
                  <a:srgbClr val="52625D"/>
                </a:solidFill>
                <a:latin typeface="Arial"/>
                <a:ea typeface="Arial"/>
                <a:cs typeface="Arial"/>
              </a:defRPr>
            </a:lvl9pPr>
          </a:lstStyle>
          <a:p xmlns:a="http://schemas.openxmlformats.org/drawingml/2006/main">
            <a:pPr>
              <a:defRPr sz="1575" b="0">
                <a:solidFill>
                  <a:srgbClr val="52625D"/>
                </a:solidFill>
                <a:latin typeface="Arial"/>
                <a:ea typeface="Arial"/>
                <a:cs typeface="Arial"/>
              </a:defRPr>
            </a:pPr>
            <a:r>
              <a:rPr sz="1575" b="0">
                <a:solidFill>
                  <a:srgbClr val="52625D"/>
                </a:solidFill>
                <a:latin typeface="Arial"/>
                <a:ea typeface="Arial"/>
                <a:cs typeface="Arial"/>
              </a:rPr>
              <a:t>Устройство проекта на 19 октября 2026</a:t>
            </a:r>
          </a:p>
        </p:txBody>
      </p:sp>
      <p:pic>
        <p:nvPicPr>
          <p:cNvPr id="4" name="">
            <a:extLst xmlns:a="http://schemas.openxmlformats.org/drawingml/2006/main">
              <a:ext uri="{FF2B5EF4-FFF2-40B4-BE49-F238E27FC236}">
                <a16:creationId xmlns:a16="http://schemas.microsoft.com/office/drawing/2014/main" id="{429670DE-6035-4B14-85E5-452078EDC65C}"/>
              </a:ext>
            </a:extLst>
          </p:cNvPr>
          <p:cNvPicPr>
            <a:picLocks xmlns:a="http://schemas.openxmlformats.org/drawingml/2006/main" noChangeAspect="1"/>
          </p:cNvPicPr>
          <p:nvPr/>
        </p:nvPicPr>
        <p:blipFill>
          <a:blip xmlns:r="http://schemas.openxmlformats.org/officeDocument/2006/relationships" xmlns:a="http://schemas.openxmlformats.org/drawingml/2006/main" r:embed="R9fcb255aeea64bf6"/>
          <a:stretch xmlns:a="http://schemas.openxmlformats.org/drawingml/2006/main"/>
        </p:blipFill>
        <p:spPr>
          <a:xfrm xmlns:a="http://schemas.openxmlformats.org/drawingml/2006/main">
            <a:off x="6477000" y="1619250"/>
            <a:ext cx="5286375" cy="3524250"/>
          </a:xfrm>
          <a:prstGeom xmlns:a="http://schemas.openxmlformats.org/drawingml/2006/main" prst="rect">
            <a:avLst/>
          </a:prstGeom>
        </p:spPr>
      </p:pic>
    </p:spTree>
    <p:extLst>
      <p:ext uri="{BB962C8B-B14F-4D97-AF65-F5344CB8AC3E}">
        <p14:creationId xmlns:p14="http://schemas.microsoft.com/office/powerpoint/2010/main" val="1405076595"/>
      </p:ext>
    </p:extLst>
  </p:cSld>
</p:sld>
</file>

<file path=ppt/slides/slide2.xml><?xml version="1.0" encoding="utf-8"?>
<p:sld xmlns:p="http://schemas.openxmlformats.org/presentationml/2006/main">
  <p:cSld>
    <p:bg>
      <p:bgPr>
        <a:solidFill xmlns:a="http://schemas.openxmlformats.org/drawingml/2006/main">
          <a:srgbClr val="192C2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7D7475AB-E523-4793-9E8B-3CD2FA8E3B0C}"/>
              </a:ext>
            </a:extLst>
          </p:cNvPr>
          <p:cNvSpPr>
            <a:spLocks xmlns:a="http://schemas.openxmlformats.org/drawingml/2006/main" noGrp="1"/>
          </p:cNvSpPr>
          <p:nvPr/>
        </p:nvSpPr>
        <p:spPr>
          <a:xfrm xmlns:a="http://schemas.openxmlformats.org/drawingml/2006/main">
            <a:off x="609600" y="533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5F1E8"/>
                </a:solidFill>
                <a:latin typeface="Arial"/>
                <a:ea typeface="Arial"/>
                <a:cs typeface="Arial"/>
              </a:defRPr>
            </a:defPPr>
            <a:lvl1pPr>
              <a:defRPr sz="3225" b="1">
                <a:solidFill>
                  <a:srgbClr val="F5F1E8"/>
                </a:solidFill>
                <a:latin typeface="Arial"/>
                <a:ea typeface="Arial"/>
                <a:cs typeface="Arial"/>
              </a:defRPr>
            </a:lvl1pPr>
            <a:lvl2pPr>
              <a:defRPr sz="3225" b="1">
                <a:solidFill>
                  <a:srgbClr val="F5F1E8"/>
                </a:solidFill>
                <a:latin typeface="Arial"/>
                <a:ea typeface="Arial"/>
                <a:cs typeface="Arial"/>
              </a:defRPr>
            </a:lvl2pPr>
            <a:lvl3pPr>
              <a:defRPr sz="3225" b="1">
                <a:solidFill>
                  <a:srgbClr val="F5F1E8"/>
                </a:solidFill>
                <a:latin typeface="Arial"/>
                <a:ea typeface="Arial"/>
                <a:cs typeface="Arial"/>
              </a:defRPr>
            </a:lvl3pPr>
            <a:lvl4pPr>
              <a:defRPr sz="3225" b="1">
                <a:solidFill>
                  <a:srgbClr val="F5F1E8"/>
                </a:solidFill>
                <a:latin typeface="Arial"/>
                <a:ea typeface="Arial"/>
                <a:cs typeface="Arial"/>
              </a:defRPr>
            </a:lvl4pPr>
            <a:lvl5pPr>
              <a:defRPr sz="3225" b="1">
                <a:solidFill>
                  <a:srgbClr val="F5F1E8"/>
                </a:solidFill>
                <a:latin typeface="Arial"/>
                <a:ea typeface="Arial"/>
                <a:cs typeface="Arial"/>
              </a:defRPr>
            </a:lvl5pPr>
            <a:lvl6pPr>
              <a:defRPr sz="3225" b="1">
                <a:solidFill>
                  <a:srgbClr val="F5F1E8"/>
                </a:solidFill>
                <a:latin typeface="Arial"/>
                <a:ea typeface="Arial"/>
                <a:cs typeface="Arial"/>
              </a:defRPr>
            </a:lvl6pPr>
            <a:lvl7pPr>
              <a:defRPr sz="3225" b="1">
                <a:solidFill>
                  <a:srgbClr val="F5F1E8"/>
                </a:solidFill>
                <a:latin typeface="Arial"/>
                <a:ea typeface="Arial"/>
                <a:cs typeface="Arial"/>
              </a:defRPr>
            </a:lvl7pPr>
            <a:lvl8pPr>
              <a:defRPr sz="3225" b="1">
                <a:solidFill>
                  <a:srgbClr val="F5F1E8"/>
                </a:solidFill>
                <a:latin typeface="Arial"/>
                <a:ea typeface="Arial"/>
                <a:cs typeface="Arial"/>
              </a:defRPr>
            </a:lvl8pPr>
            <a:lvl9pPr>
              <a:defRPr sz="3225" b="1">
                <a:solidFill>
                  <a:srgbClr val="F5F1E8"/>
                </a:solidFill>
                <a:latin typeface="Arial"/>
                <a:ea typeface="Arial"/>
                <a:cs typeface="Arial"/>
              </a:defRPr>
            </a:lvl9pPr>
          </a:lstStyle>
          <a:p xmlns:a="http://schemas.openxmlformats.org/drawingml/2006/main">
            <a:pPr>
              <a:defRPr sz="3225" b="1">
                <a:solidFill>
                  <a:srgbClr val="F5F1E8"/>
                </a:solidFill>
                <a:latin typeface="Arial"/>
                <a:ea typeface="Arial"/>
                <a:cs typeface="Arial"/>
              </a:defRPr>
            </a:pPr>
            <a:r>
              <a:rPr sz="3225" b="1">
                <a:solidFill>
                  <a:srgbClr val="F5F1E8"/>
                </a:solidFill>
                <a:latin typeface="Arial"/>
                <a:ea typeface="Arial"/>
                <a:cs typeface="Arial"/>
              </a:rPr>
              <a:t>Цель поиска и ваш карьерный вектор</a:t>
            </a:r>
          </a:p>
        </p:txBody>
      </p:sp>
      <p:sp>
        <p:nvSpPr>
          <p:cNvPr id="2" name="subtitle">
            <a:extLst xmlns:a="http://schemas.openxmlformats.org/drawingml/2006/main">
              <a:ext uri="{FF2B5EF4-FFF2-40B4-BE49-F238E27FC236}">
                <a16:creationId xmlns:a16="http://schemas.microsoft.com/office/drawing/2014/main" id="{ACF79B5B-84BA-4EE2-943C-1DC809470250}"/>
              </a:ext>
            </a:extLst>
          </p:cNvPr>
          <p:cNvSpPr>
            <a:spLocks xmlns:a="http://schemas.openxmlformats.org/drawingml/2006/main" noGrp="1"/>
          </p:cNvSpPr>
          <p:nvPr/>
        </p:nvSpPr>
        <p:spPr>
          <a:xfrm xmlns:a="http://schemas.openxmlformats.org/drawingml/2006/main">
            <a:off x="628650" y="146685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7E6DD"/>
                </a:solidFill>
                <a:latin typeface="Arial"/>
                <a:ea typeface="Arial"/>
                <a:cs typeface="Arial"/>
              </a:defRPr>
            </a:defPPr>
            <a:lvl1pPr>
              <a:defRPr sz="1875" b="0">
                <a:solidFill>
                  <a:srgbClr val="D7E6DD"/>
                </a:solidFill>
                <a:latin typeface="Arial"/>
                <a:ea typeface="Arial"/>
                <a:cs typeface="Arial"/>
              </a:defRPr>
            </a:lvl1pPr>
            <a:lvl2pPr>
              <a:defRPr sz="1875" b="0">
                <a:solidFill>
                  <a:srgbClr val="D7E6DD"/>
                </a:solidFill>
                <a:latin typeface="Arial"/>
                <a:ea typeface="Arial"/>
                <a:cs typeface="Arial"/>
              </a:defRPr>
            </a:lvl2pPr>
            <a:lvl3pPr>
              <a:defRPr sz="1875" b="0">
                <a:solidFill>
                  <a:srgbClr val="D7E6DD"/>
                </a:solidFill>
                <a:latin typeface="Arial"/>
                <a:ea typeface="Arial"/>
                <a:cs typeface="Arial"/>
              </a:defRPr>
            </a:lvl3pPr>
            <a:lvl4pPr>
              <a:defRPr sz="1875" b="0">
                <a:solidFill>
                  <a:srgbClr val="D7E6DD"/>
                </a:solidFill>
                <a:latin typeface="Arial"/>
                <a:ea typeface="Arial"/>
                <a:cs typeface="Arial"/>
              </a:defRPr>
            </a:lvl4pPr>
            <a:lvl5pPr>
              <a:defRPr sz="1875" b="0">
                <a:solidFill>
                  <a:srgbClr val="D7E6DD"/>
                </a:solidFill>
                <a:latin typeface="Arial"/>
                <a:ea typeface="Arial"/>
                <a:cs typeface="Arial"/>
              </a:defRPr>
            </a:lvl5pPr>
            <a:lvl6pPr>
              <a:defRPr sz="1875" b="0">
                <a:solidFill>
                  <a:srgbClr val="D7E6DD"/>
                </a:solidFill>
                <a:latin typeface="Arial"/>
                <a:ea typeface="Arial"/>
                <a:cs typeface="Arial"/>
              </a:defRPr>
            </a:lvl6pPr>
            <a:lvl7pPr>
              <a:defRPr sz="1875" b="0">
                <a:solidFill>
                  <a:srgbClr val="D7E6DD"/>
                </a:solidFill>
                <a:latin typeface="Arial"/>
                <a:ea typeface="Arial"/>
                <a:cs typeface="Arial"/>
              </a:defRPr>
            </a:lvl7pPr>
            <a:lvl8pPr>
              <a:defRPr sz="1875" b="0">
                <a:solidFill>
                  <a:srgbClr val="D7E6DD"/>
                </a:solidFill>
                <a:latin typeface="Arial"/>
                <a:ea typeface="Arial"/>
                <a:cs typeface="Arial"/>
              </a:defRPr>
            </a:lvl8pPr>
            <a:lvl9pPr>
              <a:defRPr sz="1875" b="0">
                <a:solidFill>
                  <a:srgbClr val="D7E6DD"/>
                </a:solidFill>
                <a:latin typeface="Arial"/>
                <a:ea typeface="Arial"/>
                <a:cs typeface="Arial"/>
              </a:defRPr>
            </a:lvl9pPr>
          </a:lstStyle>
          <a:p xmlns:a="http://schemas.openxmlformats.org/drawingml/2006/main">
            <a:pPr>
              <a:defRPr sz="1875" b="0">
                <a:solidFill>
                  <a:srgbClr val="D7E6DD"/>
                </a:solidFill>
                <a:latin typeface="Arial"/>
                <a:ea typeface="Arial"/>
                <a:cs typeface="Arial"/>
              </a:defRPr>
            </a:pPr>
            <a:r>
              <a:rPr sz="1875" b="0">
                <a:solidFill>
                  <a:srgbClr val="D7E6DD"/>
                </a:solidFill>
                <a:latin typeface="Arial"/>
                <a:ea typeface="Arial"/>
                <a:cs typeface="Arial"/>
              </a:rPr>
              <a:t>Международная работа с данными и влиянием на решения бизнеса</a:t>
            </a:r>
          </a:p>
        </p:txBody>
      </p:sp>
      <p:sp>
        <p:nvSpPr>
          <p:cNvPr id="3" name="slide-number">
            <a:extLst xmlns:a="http://schemas.openxmlformats.org/drawingml/2006/main">
              <a:ext uri="{FF2B5EF4-FFF2-40B4-BE49-F238E27FC236}">
                <a16:creationId xmlns:a16="http://schemas.microsoft.com/office/drawing/2014/main" id="{AB6BB0D7-45C9-4408-AE58-D779CAA7B904}"/>
              </a:ext>
            </a:extLst>
          </p:cNvPr>
          <p:cNvSpPr>
            <a:spLocks xmlns:a="http://schemas.openxmlformats.org/drawingml/2006/main" noGrp="1"/>
          </p:cNvSpPr>
          <p:nvPr/>
        </p:nvSpPr>
        <p:spPr>
          <a:xfrm xmlns:a="http://schemas.openxmlformats.org/drawingml/2006/main">
            <a:off x="11239500"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D7E6DD"/>
                </a:solidFill>
                <a:latin typeface="Arial"/>
                <a:ea typeface="Arial"/>
                <a:cs typeface="Arial"/>
              </a:defRPr>
            </a:defPPr>
            <a:lvl1pPr>
              <a:defRPr sz="1350" b="0">
                <a:solidFill>
                  <a:srgbClr val="D7E6DD"/>
                </a:solidFill>
                <a:latin typeface="Arial"/>
                <a:ea typeface="Arial"/>
                <a:cs typeface="Arial"/>
              </a:defRPr>
            </a:lvl1pPr>
            <a:lvl2pPr>
              <a:defRPr sz="1350" b="0">
                <a:solidFill>
                  <a:srgbClr val="D7E6DD"/>
                </a:solidFill>
                <a:latin typeface="Arial"/>
                <a:ea typeface="Arial"/>
                <a:cs typeface="Arial"/>
              </a:defRPr>
            </a:lvl2pPr>
            <a:lvl3pPr>
              <a:defRPr sz="1350" b="0">
                <a:solidFill>
                  <a:srgbClr val="D7E6DD"/>
                </a:solidFill>
                <a:latin typeface="Arial"/>
                <a:ea typeface="Arial"/>
                <a:cs typeface="Arial"/>
              </a:defRPr>
            </a:lvl3pPr>
            <a:lvl4pPr>
              <a:defRPr sz="1350" b="0">
                <a:solidFill>
                  <a:srgbClr val="D7E6DD"/>
                </a:solidFill>
                <a:latin typeface="Arial"/>
                <a:ea typeface="Arial"/>
                <a:cs typeface="Arial"/>
              </a:defRPr>
            </a:lvl4pPr>
            <a:lvl5pPr>
              <a:defRPr sz="1350" b="0">
                <a:solidFill>
                  <a:srgbClr val="D7E6DD"/>
                </a:solidFill>
                <a:latin typeface="Arial"/>
                <a:ea typeface="Arial"/>
                <a:cs typeface="Arial"/>
              </a:defRPr>
            </a:lvl5pPr>
            <a:lvl6pPr>
              <a:defRPr sz="1350" b="0">
                <a:solidFill>
                  <a:srgbClr val="D7E6DD"/>
                </a:solidFill>
                <a:latin typeface="Arial"/>
                <a:ea typeface="Arial"/>
                <a:cs typeface="Arial"/>
              </a:defRPr>
            </a:lvl6pPr>
            <a:lvl7pPr>
              <a:defRPr sz="1350" b="0">
                <a:solidFill>
                  <a:srgbClr val="D7E6DD"/>
                </a:solidFill>
                <a:latin typeface="Arial"/>
                <a:ea typeface="Arial"/>
                <a:cs typeface="Arial"/>
              </a:defRPr>
            </a:lvl7pPr>
            <a:lvl8pPr>
              <a:defRPr sz="1350" b="0">
                <a:solidFill>
                  <a:srgbClr val="D7E6DD"/>
                </a:solidFill>
                <a:latin typeface="Arial"/>
                <a:ea typeface="Arial"/>
                <a:cs typeface="Arial"/>
              </a:defRPr>
            </a:lvl8pPr>
            <a:lvl9pPr>
              <a:defRPr sz="1350" b="0">
                <a:solidFill>
                  <a:srgbClr val="D7E6DD"/>
                </a:solidFill>
                <a:latin typeface="Arial"/>
                <a:ea typeface="Arial"/>
                <a:cs typeface="Arial"/>
              </a:defRPr>
            </a:lvl9pPr>
          </a:lstStyle>
          <a:p xmlns:a="http://schemas.openxmlformats.org/drawingml/2006/main">
            <a:pPr>
              <a:defRPr sz="1350" b="0">
                <a:solidFill>
                  <a:srgbClr val="D7E6DD"/>
                </a:solidFill>
                <a:latin typeface="Arial"/>
                <a:ea typeface="Arial"/>
                <a:cs typeface="Arial"/>
              </a:defRPr>
            </a:pPr>
            <a:r>
              <a:rPr sz="1350" b="0">
                <a:solidFill>
                  <a:srgbClr val="D7E6DD"/>
                </a:solidFill>
                <a:latin typeface="Arial"/>
                <a:ea typeface="Arial"/>
                <a:cs typeface="Arial"/>
              </a:rPr>
              <a:t>02</a:t>
            </a:r>
          </a:p>
        </p:txBody>
      </p:sp>
      <p:sp>
        <p:nvSpPr>
          <p:cNvPr id="4" name="text">
            <a:extLst xmlns:a="http://schemas.openxmlformats.org/drawingml/2006/main">
              <a:ext uri="{FF2B5EF4-FFF2-40B4-BE49-F238E27FC236}">
                <a16:creationId xmlns:a16="http://schemas.microsoft.com/office/drawing/2014/main" id="{01BAFF7A-9456-4601-8C59-627954C68961}"/>
              </a:ext>
            </a:extLst>
          </p:cNvPr>
          <p:cNvSpPr>
            <a:spLocks xmlns:a="http://schemas.openxmlformats.org/drawingml/2006/main" noGrp="1"/>
          </p:cNvSpPr>
          <p:nvPr/>
        </p:nvSpPr>
        <p:spPr>
          <a:xfrm xmlns:a="http://schemas.openxmlformats.org/drawingml/2006/main">
            <a:off x="628650" y="23812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D7E6DD"/>
                </a:solidFill>
                <a:latin typeface="Arial"/>
                <a:ea typeface="Arial"/>
                <a:cs typeface="Arial"/>
              </a:defRPr>
            </a:defPPr>
            <a:lvl1pPr>
              <a:defRPr sz="2100" b="1">
                <a:solidFill>
                  <a:srgbClr val="D7E6DD"/>
                </a:solidFill>
                <a:latin typeface="Arial"/>
                <a:ea typeface="Arial"/>
                <a:cs typeface="Arial"/>
              </a:defRPr>
            </a:lvl1pPr>
            <a:lvl2pPr>
              <a:defRPr sz="2100" b="1">
                <a:solidFill>
                  <a:srgbClr val="D7E6DD"/>
                </a:solidFill>
                <a:latin typeface="Arial"/>
                <a:ea typeface="Arial"/>
                <a:cs typeface="Arial"/>
              </a:defRPr>
            </a:lvl2pPr>
            <a:lvl3pPr>
              <a:defRPr sz="2100" b="1">
                <a:solidFill>
                  <a:srgbClr val="D7E6DD"/>
                </a:solidFill>
                <a:latin typeface="Arial"/>
                <a:ea typeface="Arial"/>
                <a:cs typeface="Arial"/>
              </a:defRPr>
            </a:lvl3pPr>
            <a:lvl4pPr>
              <a:defRPr sz="2100" b="1">
                <a:solidFill>
                  <a:srgbClr val="D7E6DD"/>
                </a:solidFill>
                <a:latin typeface="Arial"/>
                <a:ea typeface="Arial"/>
                <a:cs typeface="Arial"/>
              </a:defRPr>
            </a:lvl4pPr>
            <a:lvl5pPr>
              <a:defRPr sz="2100" b="1">
                <a:solidFill>
                  <a:srgbClr val="D7E6DD"/>
                </a:solidFill>
                <a:latin typeface="Arial"/>
                <a:ea typeface="Arial"/>
                <a:cs typeface="Arial"/>
              </a:defRPr>
            </a:lvl5pPr>
            <a:lvl6pPr>
              <a:defRPr sz="2100" b="1">
                <a:solidFill>
                  <a:srgbClr val="D7E6DD"/>
                </a:solidFill>
                <a:latin typeface="Arial"/>
                <a:ea typeface="Arial"/>
                <a:cs typeface="Arial"/>
              </a:defRPr>
            </a:lvl6pPr>
            <a:lvl7pPr>
              <a:defRPr sz="2100" b="1">
                <a:solidFill>
                  <a:srgbClr val="D7E6DD"/>
                </a:solidFill>
                <a:latin typeface="Arial"/>
                <a:ea typeface="Arial"/>
                <a:cs typeface="Arial"/>
              </a:defRPr>
            </a:lvl7pPr>
            <a:lvl8pPr>
              <a:defRPr sz="2100" b="1">
                <a:solidFill>
                  <a:srgbClr val="D7E6DD"/>
                </a:solidFill>
                <a:latin typeface="Arial"/>
                <a:ea typeface="Arial"/>
                <a:cs typeface="Arial"/>
              </a:defRPr>
            </a:lvl8pPr>
            <a:lvl9pPr>
              <a:defRPr sz="2100" b="1">
                <a:solidFill>
                  <a:srgbClr val="D7E6DD"/>
                </a:solidFill>
                <a:latin typeface="Arial"/>
                <a:ea typeface="Arial"/>
                <a:cs typeface="Arial"/>
              </a:defRPr>
            </a:lvl9pPr>
          </a:lstStyle>
          <a:p xmlns:a="http://schemas.openxmlformats.org/drawingml/2006/main">
            <a:pPr>
              <a:defRPr sz="2100" b="1">
                <a:solidFill>
                  <a:srgbClr val="D7E6DD"/>
                </a:solidFill>
                <a:latin typeface="Arial"/>
                <a:ea typeface="Arial"/>
                <a:cs typeface="Arial"/>
              </a:defRPr>
            </a:pPr>
            <a:r>
              <a:rPr sz="2100" b="1">
                <a:solidFill>
                  <a:srgbClr val="D7E6DD"/>
                </a:solidFill>
                <a:latin typeface="Arial"/>
                <a:ea typeface="Arial"/>
                <a:cs typeface="Arial"/>
              </a:rPr>
              <a:t>P1  Следующая работа</a:t>
            </a:r>
          </a:p>
        </p:txBody>
      </p:sp>
      <p:sp>
        <p:nvSpPr>
          <p:cNvPr id="5" name="text">
            <a:extLst xmlns:a="http://schemas.openxmlformats.org/drawingml/2006/main">
              <a:ext uri="{FF2B5EF4-FFF2-40B4-BE49-F238E27FC236}">
                <a16:creationId xmlns:a16="http://schemas.microsoft.com/office/drawing/2014/main" id="{C2C1E6A8-E169-4B2D-91EF-925A99F3DFC1}"/>
              </a:ext>
            </a:extLst>
          </p:cNvPr>
          <p:cNvSpPr>
            <a:spLocks xmlns:a="http://schemas.openxmlformats.org/drawingml/2006/main" noGrp="1"/>
          </p:cNvSpPr>
          <p:nvPr/>
        </p:nvSpPr>
        <p:spPr>
          <a:xfrm xmlns:a="http://schemas.openxmlformats.org/drawingml/2006/main">
            <a:off x="628650" y="2971800"/>
            <a:ext cx="48577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5F1E8"/>
                </a:solidFill>
                <a:latin typeface="Arial"/>
                <a:ea typeface="Arial"/>
                <a:cs typeface="Arial"/>
              </a:defRPr>
            </a:defPPr>
            <a:lvl1pPr>
              <a:defRPr sz="2100" b="0">
                <a:solidFill>
                  <a:srgbClr val="F5F1E8"/>
                </a:solidFill>
                <a:latin typeface="Arial"/>
                <a:ea typeface="Arial"/>
                <a:cs typeface="Arial"/>
              </a:defRPr>
            </a:lvl1pPr>
            <a:lvl2pPr>
              <a:defRPr sz="2100" b="0">
                <a:solidFill>
                  <a:srgbClr val="F5F1E8"/>
                </a:solidFill>
                <a:latin typeface="Arial"/>
                <a:ea typeface="Arial"/>
                <a:cs typeface="Arial"/>
              </a:defRPr>
            </a:lvl2pPr>
            <a:lvl3pPr>
              <a:defRPr sz="2100" b="0">
                <a:solidFill>
                  <a:srgbClr val="F5F1E8"/>
                </a:solidFill>
                <a:latin typeface="Arial"/>
                <a:ea typeface="Arial"/>
                <a:cs typeface="Arial"/>
              </a:defRPr>
            </a:lvl3pPr>
            <a:lvl4pPr>
              <a:defRPr sz="2100" b="0">
                <a:solidFill>
                  <a:srgbClr val="F5F1E8"/>
                </a:solidFill>
                <a:latin typeface="Arial"/>
                <a:ea typeface="Arial"/>
                <a:cs typeface="Arial"/>
              </a:defRPr>
            </a:lvl4pPr>
            <a:lvl5pPr>
              <a:defRPr sz="2100" b="0">
                <a:solidFill>
                  <a:srgbClr val="F5F1E8"/>
                </a:solidFill>
                <a:latin typeface="Arial"/>
                <a:ea typeface="Arial"/>
                <a:cs typeface="Arial"/>
              </a:defRPr>
            </a:lvl5pPr>
            <a:lvl6pPr>
              <a:defRPr sz="2100" b="0">
                <a:solidFill>
                  <a:srgbClr val="F5F1E8"/>
                </a:solidFill>
                <a:latin typeface="Arial"/>
                <a:ea typeface="Arial"/>
                <a:cs typeface="Arial"/>
              </a:defRPr>
            </a:lvl6pPr>
            <a:lvl7pPr>
              <a:defRPr sz="2100" b="0">
                <a:solidFill>
                  <a:srgbClr val="F5F1E8"/>
                </a:solidFill>
                <a:latin typeface="Arial"/>
                <a:ea typeface="Arial"/>
                <a:cs typeface="Arial"/>
              </a:defRPr>
            </a:lvl7pPr>
            <a:lvl8pPr>
              <a:defRPr sz="2100" b="0">
                <a:solidFill>
                  <a:srgbClr val="F5F1E8"/>
                </a:solidFill>
                <a:latin typeface="Arial"/>
                <a:ea typeface="Arial"/>
                <a:cs typeface="Arial"/>
              </a:defRPr>
            </a:lvl8pPr>
            <a:lvl9pPr>
              <a:defRPr sz="2100" b="0">
                <a:solidFill>
                  <a:srgbClr val="F5F1E8"/>
                </a:solidFill>
                <a:latin typeface="Arial"/>
                <a:ea typeface="Arial"/>
                <a:cs typeface="Arial"/>
              </a:defRPr>
            </a:lvl9pPr>
          </a:lstStyle>
          <a:p xmlns:a="http://schemas.openxmlformats.org/drawingml/2006/main">
            <a:pPr>
              <a:defRPr sz="2100" b="0">
                <a:solidFill>
                  <a:srgbClr val="F5F1E8"/>
                </a:solidFill>
                <a:latin typeface="Arial"/>
                <a:ea typeface="Arial"/>
                <a:cs typeface="Arial"/>
              </a:defRPr>
            </a:pPr>
            <a:r>
              <a:rPr sz="2100" b="0">
                <a:solidFill>
                  <a:srgbClr val="F5F1E8"/>
                </a:solidFill>
                <a:latin typeface="Arial"/>
                <a:ea typeface="Arial"/>
                <a:cs typeface="Arial"/>
              </a:rPr>
              <a:t>Роль с управлением проектами</a:t>
            </a:r>
          </a:p>
          <a:p xmlns:a="http://schemas.openxmlformats.org/drawingml/2006/main">
            <a:pPr>
              <a:defRPr sz="2100" b="0">
                <a:solidFill>
                  <a:srgbClr val="F5F1E8"/>
                </a:solidFill>
                <a:latin typeface="Arial"/>
                <a:ea typeface="Arial"/>
                <a:cs typeface="Arial"/>
              </a:defRPr>
            </a:pPr>
            <a:r>
              <a:rPr sz="2100" b="0">
                <a:solidFill>
                  <a:srgbClr val="F5F1E8"/>
                </a:solidFill>
                <a:latin typeface="Arial"/>
                <a:ea typeface="Arial"/>
                <a:cs typeface="Arial"/>
              </a:rPr>
              <a:t>и взаимодействием с людьми.</a:t>
            </a:r>
          </a:p>
          <a:p xmlns:a="http://schemas.openxmlformats.org/drawingml/2006/main">
            <a:pPr>
              <a:defRPr sz="2100" b="0">
                <a:solidFill>
                  <a:srgbClr val="F5F1E8"/>
                </a:solidFill>
                <a:latin typeface="Arial"/>
                <a:ea typeface="Arial"/>
                <a:cs typeface="Arial"/>
              </a:defRPr>
            </a:pPr>
            <a:r>
              <a:rPr sz="2100" b="0">
                <a:solidFill>
                  <a:srgbClr val="F5F1E8"/>
                </a:solidFill>
                <a:latin typeface="Arial"/>
                <a:ea typeface="Arial"/>
                <a:cs typeface="Arial"/>
              </a:rPr>
              <a:t>Рабочий язык: английский.</a:t>
            </a:r>
          </a:p>
          <a:p xmlns:a="http://schemas.openxmlformats.org/drawingml/2006/main">
            <a:pPr>
              <a:defRPr sz="2100" b="0">
                <a:solidFill>
                  <a:srgbClr val="F5F1E8"/>
                </a:solidFill>
                <a:latin typeface="Arial"/>
                <a:ea typeface="Arial"/>
                <a:cs typeface="Arial"/>
              </a:defRPr>
            </a:pPr>
            <a:r>
              <a:rPr sz="2100" b="0">
                <a:solidFill>
                  <a:srgbClr val="F5F1E8"/>
                </a:solidFill>
                <a:latin typeface="Arial"/>
                <a:ea typeface="Arial"/>
                <a:cs typeface="Arial"/>
              </a:rPr>
              <a:t>Найм из Бразилии требует проверки.</a:t>
            </a:r>
          </a:p>
        </p:txBody>
      </p:sp>
      <p:sp>
        <p:nvSpPr>
          <p:cNvPr id="6" name="text">
            <a:extLst xmlns:a="http://schemas.openxmlformats.org/drawingml/2006/main">
              <a:ext uri="{FF2B5EF4-FFF2-40B4-BE49-F238E27FC236}">
                <a16:creationId xmlns:a16="http://schemas.microsoft.com/office/drawing/2014/main" id="{4F4A329C-C7DC-47D0-B877-DB7AFAB65216}"/>
              </a:ext>
            </a:extLst>
          </p:cNvPr>
          <p:cNvSpPr>
            <a:spLocks xmlns:a="http://schemas.openxmlformats.org/drawingml/2006/main" noGrp="1"/>
          </p:cNvSpPr>
          <p:nvPr/>
        </p:nvSpPr>
        <p:spPr>
          <a:xfrm xmlns:a="http://schemas.openxmlformats.org/drawingml/2006/main">
            <a:off x="6343650" y="23812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D7E6DD"/>
                </a:solidFill>
                <a:latin typeface="Arial"/>
                <a:ea typeface="Arial"/>
                <a:cs typeface="Arial"/>
              </a:defRPr>
            </a:defPPr>
            <a:lvl1pPr>
              <a:defRPr sz="2100" b="1">
                <a:solidFill>
                  <a:srgbClr val="D7E6DD"/>
                </a:solidFill>
                <a:latin typeface="Arial"/>
                <a:ea typeface="Arial"/>
                <a:cs typeface="Arial"/>
              </a:defRPr>
            </a:lvl1pPr>
            <a:lvl2pPr>
              <a:defRPr sz="2100" b="1">
                <a:solidFill>
                  <a:srgbClr val="D7E6DD"/>
                </a:solidFill>
                <a:latin typeface="Arial"/>
                <a:ea typeface="Arial"/>
                <a:cs typeface="Arial"/>
              </a:defRPr>
            </a:lvl2pPr>
            <a:lvl3pPr>
              <a:defRPr sz="2100" b="1">
                <a:solidFill>
                  <a:srgbClr val="D7E6DD"/>
                </a:solidFill>
                <a:latin typeface="Arial"/>
                <a:ea typeface="Arial"/>
                <a:cs typeface="Arial"/>
              </a:defRPr>
            </a:lvl3pPr>
            <a:lvl4pPr>
              <a:defRPr sz="2100" b="1">
                <a:solidFill>
                  <a:srgbClr val="D7E6DD"/>
                </a:solidFill>
                <a:latin typeface="Arial"/>
                <a:ea typeface="Arial"/>
                <a:cs typeface="Arial"/>
              </a:defRPr>
            </a:lvl4pPr>
            <a:lvl5pPr>
              <a:defRPr sz="2100" b="1">
                <a:solidFill>
                  <a:srgbClr val="D7E6DD"/>
                </a:solidFill>
                <a:latin typeface="Arial"/>
                <a:ea typeface="Arial"/>
                <a:cs typeface="Arial"/>
              </a:defRPr>
            </a:lvl5pPr>
            <a:lvl6pPr>
              <a:defRPr sz="2100" b="1">
                <a:solidFill>
                  <a:srgbClr val="D7E6DD"/>
                </a:solidFill>
                <a:latin typeface="Arial"/>
                <a:ea typeface="Arial"/>
                <a:cs typeface="Arial"/>
              </a:defRPr>
            </a:lvl6pPr>
            <a:lvl7pPr>
              <a:defRPr sz="2100" b="1">
                <a:solidFill>
                  <a:srgbClr val="D7E6DD"/>
                </a:solidFill>
                <a:latin typeface="Arial"/>
                <a:ea typeface="Arial"/>
                <a:cs typeface="Arial"/>
              </a:defRPr>
            </a:lvl7pPr>
            <a:lvl8pPr>
              <a:defRPr sz="2100" b="1">
                <a:solidFill>
                  <a:srgbClr val="D7E6DD"/>
                </a:solidFill>
                <a:latin typeface="Arial"/>
                <a:ea typeface="Arial"/>
                <a:cs typeface="Arial"/>
              </a:defRPr>
            </a:lvl8pPr>
            <a:lvl9pPr>
              <a:defRPr sz="2100" b="1">
                <a:solidFill>
                  <a:srgbClr val="D7E6DD"/>
                </a:solidFill>
                <a:latin typeface="Arial"/>
                <a:ea typeface="Arial"/>
                <a:cs typeface="Arial"/>
              </a:defRPr>
            </a:lvl9pPr>
          </a:lstStyle>
          <a:p xmlns:a="http://schemas.openxmlformats.org/drawingml/2006/main">
            <a:pPr>
              <a:defRPr sz="2100" b="1">
                <a:solidFill>
                  <a:srgbClr val="D7E6DD"/>
                </a:solidFill>
                <a:latin typeface="Arial"/>
                <a:ea typeface="Arial"/>
                <a:cs typeface="Arial"/>
              </a:defRPr>
            </a:pPr>
            <a:r>
              <a:rPr sz="2100" b="1">
                <a:solidFill>
                  <a:srgbClr val="D7E6DD"/>
                </a:solidFill>
                <a:latin typeface="Arial"/>
                <a:ea typeface="Arial"/>
                <a:cs typeface="Arial"/>
              </a:rPr>
              <a:t>P2  Практика интервью</a:t>
            </a:r>
          </a:p>
        </p:txBody>
      </p:sp>
      <p:sp>
        <p:nvSpPr>
          <p:cNvPr id="7" name="text">
            <a:extLst xmlns:a="http://schemas.openxmlformats.org/drawingml/2006/main">
              <a:ext uri="{FF2B5EF4-FFF2-40B4-BE49-F238E27FC236}">
                <a16:creationId xmlns:a16="http://schemas.microsoft.com/office/drawing/2014/main" id="{ED87DEC8-D466-40DC-9BC1-35F6909E45FA}"/>
              </a:ext>
            </a:extLst>
          </p:cNvPr>
          <p:cNvSpPr>
            <a:spLocks xmlns:a="http://schemas.openxmlformats.org/drawingml/2006/main" noGrp="1"/>
          </p:cNvSpPr>
          <p:nvPr/>
        </p:nvSpPr>
        <p:spPr>
          <a:xfrm xmlns:a="http://schemas.openxmlformats.org/drawingml/2006/main">
            <a:off x="6343650" y="2971800"/>
            <a:ext cx="52387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5F1E8"/>
                </a:solidFill>
                <a:latin typeface="Arial"/>
                <a:ea typeface="Arial"/>
                <a:cs typeface="Arial"/>
              </a:defRPr>
            </a:defPPr>
            <a:lvl1pPr>
              <a:defRPr sz="2100" b="0">
                <a:solidFill>
                  <a:srgbClr val="F5F1E8"/>
                </a:solidFill>
                <a:latin typeface="Arial"/>
                <a:ea typeface="Arial"/>
                <a:cs typeface="Arial"/>
              </a:defRPr>
            </a:lvl1pPr>
            <a:lvl2pPr>
              <a:defRPr sz="2100" b="0">
                <a:solidFill>
                  <a:srgbClr val="F5F1E8"/>
                </a:solidFill>
                <a:latin typeface="Arial"/>
                <a:ea typeface="Arial"/>
                <a:cs typeface="Arial"/>
              </a:defRPr>
            </a:lvl2pPr>
            <a:lvl3pPr>
              <a:defRPr sz="2100" b="0">
                <a:solidFill>
                  <a:srgbClr val="F5F1E8"/>
                </a:solidFill>
                <a:latin typeface="Arial"/>
                <a:ea typeface="Arial"/>
                <a:cs typeface="Arial"/>
              </a:defRPr>
            </a:lvl3pPr>
            <a:lvl4pPr>
              <a:defRPr sz="2100" b="0">
                <a:solidFill>
                  <a:srgbClr val="F5F1E8"/>
                </a:solidFill>
                <a:latin typeface="Arial"/>
                <a:ea typeface="Arial"/>
                <a:cs typeface="Arial"/>
              </a:defRPr>
            </a:lvl4pPr>
            <a:lvl5pPr>
              <a:defRPr sz="2100" b="0">
                <a:solidFill>
                  <a:srgbClr val="F5F1E8"/>
                </a:solidFill>
                <a:latin typeface="Arial"/>
                <a:ea typeface="Arial"/>
                <a:cs typeface="Arial"/>
              </a:defRPr>
            </a:lvl5pPr>
            <a:lvl6pPr>
              <a:defRPr sz="2100" b="0">
                <a:solidFill>
                  <a:srgbClr val="F5F1E8"/>
                </a:solidFill>
                <a:latin typeface="Arial"/>
                <a:ea typeface="Arial"/>
                <a:cs typeface="Arial"/>
              </a:defRPr>
            </a:lvl6pPr>
            <a:lvl7pPr>
              <a:defRPr sz="2100" b="0">
                <a:solidFill>
                  <a:srgbClr val="F5F1E8"/>
                </a:solidFill>
                <a:latin typeface="Arial"/>
                <a:ea typeface="Arial"/>
                <a:cs typeface="Arial"/>
              </a:defRPr>
            </a:lvl7pPr>
            <a:lvl8pPr>
              <a:defRPr sz="2100" b="0">
                <a:solidFill>
                  <a:srgbClr val="F5F1E8"/>
                </a:solidFill>
                <a:latin typeface="Arial"/>
                <a:ea typeface="Arial"/>
                <a:cs typeface="Arial"/>
              </a:defRPr>
            </a:lvl8pPr>
            <a:lvl9pPr>
              <a:defRPr sz="2100" b="0">
                <a:solidFill>
                  <a:srgbClr val="F5F1E8"/>
                </a:solidFill>
                <a:latin typeface="Arial"/>
                <a:ea typeface="Arial"/>
                <a:cs typeface="Arial"/>
              </a:defRPr>
            </a:lvl9pPr>
          </a:lstStyle>
          <a:p xmlns:a="http://schemas.openxmlformats.org/drawingml/2006/main">
            <a:pPr>
              <a:defRPr sz="2100" b="0">
                <a:solidFill>
                  <a:srgbClr val="F5F1E8"/>
                </a:solidFill>
                <a:latin typeface="Arial"/>
                <a:ea typeface="Arial"/>
                <a:cs typeface="Arial"/>
              </a:defRPr>
            </a:pPr>
            <a:r>
              <a:rPr sz="2100" b="0">
                <a:solidFill>
                  <a:srgbClr val="F5F1E8"/>
                </a:solidFill>
                <a:latin typeface="Arial"/>
                <a:ea typeface="Arial"/>
                <a:cs typeface="Arial"/>
              </a:rPr>
              <a:t>Похожие аналитические задачи,</a:t>
            </a:r>
          </a:p>
          <a:p xmlns:a="http://schemas.openxmlformats.org/drawingml/2006/main">
            <a:pPr>
              <a:defRPr sz="2100" b="0">
                <a:solidFill>
                  <a:srgbClr val="F5F1E8"/>
                </a:solidFill>
                <a:latin typeface="Arial"/>
                <a:ea typeface="Arial"/>
                <a:cs typeface="Arial"/>
              </a:defRPr>
            </a:pPr>
            <a:r>
              <a:rPr sz="2100" b="0">
                <a:solidFill>
                  <a:srgbClr val="F5F1E8"/>
                </a:solidFill>
                <a:latin typeface="Arial"/>
                <a:ea typeface="Arial"/>
                <a:cs typeface="Arial"/>
              </a:rPr>
              <a:t>даже если грейд или условия найма</a:t>
            </a:r>
          </a:p>
          <a:p xmlns:a="http://schemas.openxmlformats.org/drawingml/2006/main">
            <a:pPr>
              <a:defRPr sz="2100" b="0">
                <a:solidFill>
                  <a:srgbClr val="F5F1E8"/>
                </a:solidFill>
                <a:latin typeface="Arial"/>
                <a:ea typeface="Arial"/>
                <a:cs typeface="Arial"/>
              </a:defRPr>
            </a:pPr>
            <a:r>
              <a:rPr sz="2100" b="0">
                <a:solidFill>
                  <a:srgbClr val="F5F1E8"/>
                </a:solidFill>
                <a:latin typeface="Arial"/>
                <a:ea typeface="Arial"/>
                <a:cs typeface="Arial"/>
              </a:rPr>
              <a:t>не подходят для перехода.</a:t>
            </a:r>
          </a:p>
          <a:p xmlns:a="http://schemas.openxmlformats.org/drawingml/2006/main">
            <a:pPr>
              <a:defRPr sz="2100" b="0">
                <a:solidFill>
                  <a:srgbClr val="F5F1E8"/>
                </a:solidFill>
                <a:latin typeface="Arial"/>
                <a:ea typeface="Arial"/>
                <a:cs typeface="Arial"/>
              </a:defRPr>
            </a:pPr>
            <a:r>
              <a:rPr sz="2100" b="0">
                <a:solidFill>
                  <a:srgbClr val="F5F1E8"/>
                </a:solidFill>
                <a:latin typeface="Arial"/>
                <a:ea typeface="Arial"/>
                <a:cs typeface="Arial"/>
              </a:rPr>
              <a:t>Полезность подтверждает человек.</a:t>
            </a:r>
          </a:p>
        </p:txBody>
      </p:sp>
      <p:sp>
        <p:nvSpPr>
          <p:cNvPr id="8" name="text">
            <a:extLst xmlns:a="http://schemas.openxmlformats.org/drawingml/2006/main">
              <a:ext uri="{FF2B5EF4-FFF2-40B4-BE49-F238E27FC236}">
                <a16:creationId xmlns:a16="http://schemas.microsoft.com/office/drawing/2014/main" id="{D7B9446F-67EA-4668-9306-F75B72BE6B8E}"/>
              </a:ext>
            </a:extLst>
          </p:cNvPr>
          <p:cNvSpPr>
            <a:spLocks xmlns:a="http://schemas.openxmlformats.org/drawingml/2006/main" noGrp="1"/>
          </p:cNvSpPr>
          <p:nvPr/>
        </p:nvSpPr>
        <p:spPr>
          <a:xfrm xmlns:a="http://schemas.openxmlformats.org/drawingml/2006/main">
            <a:off x="628650" y="552450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7E6DD"/>
                </a:solidFill>
                <a:latin typeface="Arial"/>
                <a:ea typeface="Arial"/>
                <a:cs typeface="Arial"/>
              </a:defRPr>
            </a:defPPr>
            <a:lvl1pPr>
              <a:defRPr sz="1875" b="0">
                <a:solidFill>
                  <a:srgbClr val="D7E6DD"/>
                </a:solidFill>
                <a:latin typeface="Arial"/>
                <a:ea typeface="Arial"/>
                <a:cs typeface="Arial"/>
              </a:defRPr>
            </a:lvl1pPr>
            <a:lvl2pPr>
              <a:defRPr sz="1875" b="0">
                <a:solidFill>
                  <a:srgbClr val="D7E6DD"/>
                </a:solidFill>
                <a:latin typeface="Arial"/>
                <a:ea typeface="Arial"/>
                <a:cs typeface="Arial"/>
              </a:defRPr>
            </a:lvl2pPr>
            <a:lvl3pPr>
              <a:defRPr sz="1875" b="0">
                <a:solidFill>
                  <a:srgbClr val="D7E6DD"/>
                </a:solidFill>
                <a:latin typeface="Arial"/>
                <a:ea typeface="Arial"/>
                <a:cs typeface="Arial"/>
              </a:defRPr>
            </a:lvl3pPr>
            <a:lvl4pPr>
              <a:defRPr sz="1875" b="0">
                <a:solidFill>
                  <a:srgbClr val="D7E6DD"/>
                </a:solidFill>
                <a:latin typeface="Arial"/>
                <a:ea typeface="Arial"/>
                <a:cs typeface="Arial"/>
              </a:defRPr>
            </a:lvl4pPr>
            <a:lvl5pPr>
              <a:defRPr sz="1875" b="0">
                <a:solidFill>
                  <a:srgbClr val="D7E6DD"/>
                </a:solidFill>
                <a:latin typeface="Arial"/>
                <a:ea typeface="Arial"/>
                <a:cs typeface="Arial"/>
              </a:defRPr>
            </a:lvl5pPr>
            <a:lvl6pPr>
              <a:defRPr sz="1875" b="0">
                <a:solidFill>
                  <a:srgbClr val="D7E6DD"/>
                </a:solidFill>
                <a:latin typeface="Arial"/>
                <a:ea typeface="Arial"/>
                <a:cs typeface="Arial"/>
              </a:defRPr>
            </a:lvl6pPr>
            <a:lvl7pPr>
              <a:defRPr sz="1875" b="0">
                <a:solidFill>
                  <a:srgbClr val="D7E6DD"/>
                </a:solidFill>
                <a:latin typeface="Arial"/>
                <a:ea typeface="Arial"/>
                <a:cs typeface="Arial"/>
              </a:defRPr>
            </a:lvl7pPr>
            <a:lvl8pPr>
              <a:defRPr sz="1875" b="0">
                <a:solidFill>
                  <a:srgbClr val="D7E6DD"/>
                </a:solidFill>
                <a:latin typeface="Arial"/>
                <a:ea typeface="Arial"/>
                <a:cs typeface="Arial"/>
              </a:defRPr>
            </a:lvl8pPr>
            <a:lvl9pPr>
              <a:defRPr sz="1875" b="0">
                <a:solidFill>
                  <a:srgbClr val="D7E6DD"/>
                </a:solidFill>
                <a:latin typeface="Arial"/>
                <a:ea typeface="Arial"/>
                <a:cs typeface="Arial"/>
              </a:defRPr>
            </a:lvl9pPr>
          </a:lstStyle>
          <a:p xmlns:a="http://schemas.openxmlformats.org/drawingml/2006/main">
            <a:pPr>
              <a:defRPr sz="1875" b="0">
                <a:solidFill>
                  <a:srgbClr val="D7E6DD"/>
                </a:solidFill>
                <a:latin typeface="Arial"/>
                <a:ea typeface="Arial"/>
                <a:cs typeface="Arial"/>
              </a:defRPr>
            </a:pPr>
            <a:r>
              <a:rPr sz="1875" b="0">
                <a:solidFill>
                  <a:srgbClr val="D7E6DD"/>
                </a:solidFill>
                <a:latin typeface="Arial"/>
                <a:ea typeface="Arial"/>
                <a:cs typeface="Arial"/>
              </a:rPr>
              <a:t>Pricing, монетизация, P&amp;L и causal inference повышают интерес.</a:t>
            </a:r>
          </a:p>
          <a:p xmlns:a="http://schemas.openxmlformats.org/drawingml/2006/main">
            <a:pPr>
              <a:defRPr sz="1875" b="0">
                <a:solidFill>
                  <a:srgbClr val="D7E6DD"/>
                </a:solidFill>
                <a:latin typeface="Arial"/>
                <a:ea typeface="Arial"/>
                <a:cs typeface="Arial"/>
              </a:defRPr>
            </a:pPr>
            <a:r>
              <a:rPr sz="1875" b="0">
                <a:solidFill>
                  <a:srgbClr val="D7E6DD"/>
                </a:solidFill>
                <a:latin typeface="Arial"/>
                <a:ea typeface="Arial"/>
                <a:cs typeface="Arial"/>
              </a:rPr>
              <a:t>Прямые подчинённые необязательны. Пригодности P1 и P2 независимы.</a:t>
            </a:r>
          </a:p>
        </p:txBody>
      </p:sp>
    </p:spTree>
    <p:extLst>
      <p:ext uri="{BB962C8B-B14F-4D97-AF65-F5344CB8AC3E}">
        <p14:creationId xmlns:p14="http://schemas.microsoft.com/office/powerpoint/2010/main" val="1911298866"/>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B54B7ED4-7079-49ED-8DE7-0CE07C6D6797}"/>
              </a:ext>
            </a:extLst>
          </p:cNvPr>
          <p:cNvSpPr>
            <a:spLocks xmlns:a="http://schemas.openxmlformats.org/drawingml/2006/main" noGrp="1"/>
          </p:cNvSpPr>
          <p:nvPr/>
        </p:nvSpPr>
        <p:spPr>
          <a:xfrm xmlns:a="http://schemas.openxmlformats.org/drawingml/2006/main">
            <a:off x="609600" y="533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92C2A"/>
                </a:solidFill>
                <a:latin typeface="Arial"/>
                <a:ea typeface="Arial"/>
                <a:cs typeface="Arial"/>
              </a:defRPr>
            </a:defPPr>
            <a:lvl1pPr>
              <a:defRPr sz="3225" b="1">
                <a:solidFill>
                  <a:srgbClr val="192C2A"/>
                </a:solidFill>
                <a:latin typeface="Arial"/>
                <a:ea typeface="Arial"/>
                <a:cs typeface="Arial"/>
              </a:defRPr>
            </a:lvl1pPr>
            <a:lvl2pPr>
              <a:defRPr sz="3225" b="1">
                <a:solidFill>
                  <a:srgbClr val="192C2A"/>
                </a:solidFill>
                <a:latin typeface="Arial"/>
                <a:ea typeface="Arial"/>
                <a:cs typeface="Arial"/>
              </a:defRPr>
            </a:lvl2pPr>
            <a:lvl3pPr>
              <a:defRPr sz="3225" b="1">
                <a:solidFill>
                  <a:srgbClr val="192C2A"/>
                </a:solidFill>
                <a:latin typeface="Arial"/>
                <a:ea typeface="Arial"/>
                <a:cs typeface="Arial"/>
              </a:defRPr>
            </a:lvl3pPr>
            <a:lvl4pPr>
              <a:defRPr sz="3225" b="1">
                <a:solidFill>
                  <a:srgbClr val="192C2A"/>
                </a:solidFill>
                <a:latin typeface="Arial"/>
                <a:ea typeface="Arial"/>
                <a:cs typeface="Arial"/>
              </a:defRPr>
            </a:lvl4pPr>
            <a:lvl5pPr>
              <a:defRPr sz="3225" b="1">
                <a:solidFill>
                  <a:srgbClr val="192C2A"/>
                </a:solidFill>
                <a:latin typeface="Arial"/>
                <a:ea typeface="Arial"/>
                <a:cs typeface="Arial"/>
              </a:defRPr>
            </a:lvl5pPr>
            <a:lvl6pPr>
              <a:defRPr sz="3225" b="1">
                <a:solidFill>
                  <a:srgbClr val="192C2A"/>
                </a:solidFill>
                <a:latin typeface="Arial"/>
                <a:ea typeface="Arial"/>
                <a:cs typeface="Arial"/>
              </a:defRPr>
            </a:lvl6pPr>
            <a:lvl7pPr>
              <a:defRPr sz="3225" b="1">
                <a:solidFill>
                  <a:srgbClr val="192C2A"/>
                </a:solidFill>
                <a:latin typeface="Arial"/>
                <a:ea typeface="Arial"/>
                <a:cs typeface="Arial"/>
              </a:defRPr>
            </a:lvl7pPr>
            <a:lvl8pPr>
              <a:defRPr sz="3225" b="1">
                <a:solidFill>
                  <a:srgbClr val="192C2A"/>
                </a:solidFill>
                <a:latin typeface="Arial"/>
                <a:ea typeface="Arial"/>
                <a:cs typeface="Arial"/>
              </a:defRPr>
            </a:lvl8pPr>
            <a:lvl9pPr>
              <a:defRPr sz="3225" b="1">
                <a:solidFill>
                  <a:srgbClr val="192C2A"/>
                </a:solidFill>
                <a:latin typeface="Arial"/>
                <a:ea typeface="Arial"/>
                <a:cs typeface="Arial"/>
              </a:defRPr>
            </a:lvl9pPr>
          </a:lstStyle>
          <a:p xmlns:a="http://schemas.openxmlformats.org/drawingml/2006/main">
            <a:pPr>
              <a:defRPr sz="3225" b="1">
                <a:solidFill>
                  <a:srgbClr val="192C2A"/>
                </a:solidFill>
                <a:latin typeface="Arial"/>
                <a:ea typeface="Arial"/>
                <a:cs typeface="Arial"/>
              </a:defRPr>
            </a:pPr>
            <a:r>
              <a:rPr sz="3225" b="1">
                <a:solidFill>
                  <a:srgbClr val="192C2A"/>
                </a:solidFill>
                <a:latin typeface="Arial"/>
                <a:ea typeface="Arial"/>
                <a:cs typeface="Arial"/>
              </a:rPr>
              <a:t>Общий маршрут вакансии</a:t>
            </a:r>
          </a:p>
        </p:txBody>
      </p:sp>
      <p:sp>
        <p:nvSpPr>
          <p:cNvPr id="2" name="subtitle">
            <a:extLst xmlns:a="http://schemas.openxmlformats.org/drawingml/2006/main">
              <a:ext uri="{FF2B5EF4-FFF2-40B4-BE49-F238E27FC236}">
                <a16:creationId xmlns:a16="http://schemas.microsoft.com/office/drawing/2014/main" id="{EA51A85F-06E7-49D7-9C8E-5C3D517C7449}"/>
              </a:ext>
            </a:extLst>
          </p:cNvPr>
          <p:cNvSpPr>
            <a:spLocks xmlns:a="http://schemas.openxmlformats.org/drawingml/2006/main" noGrp="1"/>
          </p:cNvSpPr>
          <p:nvPr/>
        </p:nvSpPr>
        <p:spPr>
          <a:xfrm xmlns:a="http://schemas.openxmlformats.org/drawingml/2006/main">
            <a:off x="628650" y="146685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25D"/>
                </a:solidFill>
                <a:latin typeface="Arial"/>
                <a:ea typeface="Arial"/>
                <a:cs typeface="Arial"/>
              </a:defRPr>
            </a:defPPr>
            <a:lvl1pPr>
              <a:defRPr sz="1875" b="0">
                <a:solidFill>
                  <a:srgbClr val="52625D"/>
                </a:solidFill>
                <a:latin typeface="Arial"/>
                <a:ea typeface="Arial"/>
                <a:cs typeface="Arial"/>
              </a:defRPr>
            </a:lvl1pPr>
            <a:lvl2pPr>
              <a:defRPr sz="1875" b="0">
                <a:solidFill>
                  <a:srgbClr val="52625D"/>
                </a:solidFill>
                <a:latin typeface="Arial"/>
                <a:ea typeface="Arial"/>
                <a:cs typeface="Arial"/>
              </a:defRPr>
            </a:lvl2pPr>
            <a:lvl3pPr>
              <a:defRPr sz="1875" b="0">
                <a:solidFill>
                  <a:srgbClr val="52625D"/>
                </a:solidFill>
                <a:latin typeface="Arial"/>
                <a:ea typeface="Arial"/>
                <a:cs typeface="Arial"/>
              </a:defRPr>
            </a:lvl3pPr>
            <a:lvl4pPr>
              <a:defRPr sz="1875" b="0">
                <a:solidFill>
                  <a:srgbClr val="52625D"/>
                </a:solidFill>
                <a:latin typeface="Arial"/>
                <a:ea typeface="Arial"/>
                <a:cs typeface="Arial"/>
              </a:defRPr>
            </a:lvl4pPr>
            <a:lvl5pPr>
              <a:defRPr sz="1875" b="0">
                <a:solidFill>
                  <a:srgbClr val="52625D"/>
                </a:solidFill>
                <a:latin typeface="Arial"/>
                <a:ea typeface="Arial"/>
                <a:cs typeface="Arial"/>
              </a:defRPr>
            </a:lvl5pPr>
            <a:lvl6pPr>
              <a:defRPr sz="1875" b="0">
                <a:solidFill>
                  <a:srgbClr val="52625D"/>
                </a:solidFill>
                <a:latin typeface="Arial"/>
                <a:ea typeface="Arial"/>
                <a:cs typeface="Arial"/>
              </a:defRPr>
            </a:lvl6pPr>
            <a:lvl7pPr>
              <a:defRPr sz="1875" b="0">
                <a:solidFill>
                  <a:srgbClr val="52625D"/>
                </a:solidFill>
                <a:latin typeface="Arial"/>
                <a:ea typeface="Arial"/>
                <a:cs typeface="Arial"/>
              </a:defRPr>
            </a:lvl7pPr>
            <a:lvl8pPr>
              <a:defRPr sz="1875" b="0">
                <a:solidFill>
                  <a:srgbClr val="52625D"/>
                </a:solidFill>
                <a:latin typeface="Arial"/>
                <a:ea typeface="Arial"/>
                <a:cs typeface="Arial"/>
              </a:defRPr>
            </a:lvl8pPr>
            <a:lvl9pPr>
              <a:defRPr sz="1875" b="0">
                <a:solidFill>
                  <a:srgbClr val="52625D"/>
                </a:solidFill>
                <a:latin typeface="Arial"/>
                <a:ea typeface="Arial"/>
                <a:cs typeface="Arial"/>
              </a:defRPr>
            </a:lvl9pPr>
          </a:lstStyle>
          <a:p xmlns:a="http://schemas.openxmlformats.org/drawingml/2006/main">
            <a:pPr>
              <a:defRPr sz="1875" b="0">
                <a:solidFill>
                  <a:srgbClr val="52625D"/>
                </a:solidFill>
                <a:latin typeface="Arial"/>
                <a:ea typeface="Arial"/>
                <a:cs typeface="Arial"/>
              </a:defRPr>
            </a:pPr>
            <a:r>
              <a:rPr sz="1875" b="0">
                <a:solidFill>
                  <a:srgbClr val="52625D"/>
                </a:solidFill>
                <a:latin typeface="Arial"/>
                <a:ea typeface="Arial"/>
                <a:cs typeface="Arial"/>
              </a:rPr>
              <a:t>Каждый этап добавляет свой результат и сохраняет исходные свидетельства</a:t>
            </a:r>
          </a:p>
        </p:txBody>
      </p:sp>
      <p:sp>
        <p:nvSpPr>
          <p:cNvPr id="3" name="slide-number">
            <a:extLst xmlns:a="http://schemas.openxmlformats.org/drawingml/2006/main">
              <a:ext uri="{FF2B5EF4-FFF2-40B4-BE49-F238E27FC236}">
                <a16:creationId xmlns:a16="http://schemas.microsoft.com/office/drawing/2014/main" id="{08505E27-18A2-473F-B487-825AFF2C21E1}"/>
              </a:ext>
            </a:extLst>
          </p:cNvPr>
          <p:cNvSpPr>
            <a:spLocks xmlns:a="http://schemas.openxmlformats.org/drawingml/2006/main" noGrp="1"/>
          </p:cNvSpPr>
          <p:nvPr/>
        </p:nvSpPr>
        <p:spPr>
          <a:xfrm xmlns:a="http://schemas.openxmlformats.org/drawingml/2006/main">
            <a:off x="11239500"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25D"/>
                </a:solidFill>
                <a:latin typeface="Arial"/>
                <a:ea typeface="Arial"/>
                <a:cs typeface="Arial"/>
              </a:defRPr>
            </a:defPPr>
            <a:lvl1pPr>
              <a:defRPr sz="1350" b="0">
                <a:solidFill>
                  <a:srgbClr val="52625D"/>
                </a:solidFill>
                <a:latin typeface="Arial"/>
                <a:ea typeface="Arial"/>
                <a:cs typeface="Arial"/>
              </a:defRPr>
            </a:lvl1pPr>
            <a:lvl2pPr>
              <a:defRPr sz="1350" b="0">
                <a:solidFill>
                  <a:srgbClr val="52625D"/>
                </a:solidFill>
                <a:latin typeface="Arial"/>
                <a:ea typeface="Arial"/>
                <a:cs typeface="Arial"/>
              </a:defRPr>
            </a:lvl2pPr>
            <a:lvl3pPr>
              <a:defRPr sz="1350" b="0">
                <a:solidFill>
                  <a:srgbClr val="52625D"/>
                </a:solidFill>
                <a:latin typeface="Arial"/>
                <a:ea typeface="Arial"/>
                <a:cs typeface="Arial"/>
              </a:defRPr>
            </a:lvl3pPr>
            <a:lvl4pPr>
              <a:defRPr sz="1350" b="0">
                <a:solidFill>
                  <a:srgbClr val="52625D"/>
                </a:solidFill>
                <a:latin typeface="Arial"/>
                <a:ea typeface="Arial"/>
                <a:cs typeface="Arial"/>
              </a:defRPr>
            </a:lvl4pPr>
            <a:lvl5pPr>
              <a:defRPr sz="1350" b="0">
                <a:solidFill>
                  <a:srgbClr val="52625D"/>
                </a:solidFill>
                <a:latin typeface="Arial"/>
                <a:ea typeface="Arial"/>
                <a:cs typeface="Arial"/>
              </a:defRPr>
            </a:lvl5pPr>
            <a:lvl6pPr>
              <a:defRPr sz="1350" b="0">
                <a:solidFill>
                  <a:srgbClr val="52625D"/>
                </a:solidFill>
                <a:latin typeface="Arial"/>
                <a:ea typeface="Arial"/>
                <a:cs typeface="Arial"/>
              </a:defRPr>
            </a:lvl6pPr>
            <a:lvl7pPr>
              <a:defRPr sz="1350" b="0">
                <a:solidFill>
                  <a:srgbClr val="52625D"/>
                </a:solidFill>
                <a:latin typeface="Arial"/>
                <a:ea typeface="Arial"/>
                <a:cs typeface="Arial"/>
              </a:defRPr>
            </a:lvl7pPr>
            <a:lvl8pPr>
              <a:defRPr sz="1350" b="0">
                <a:solidFill>
                  <a:srgbClr val="52625D"/>
                </a:solidFill>
                <a:latin typeface="Arial"/>
                <a:ea typeface="Arial"/>
                <a:cs typeface="Arial"/>
              </a:defRPr>
            </a:lvl8pPr>
            <a:lvl9pPr>
              <a:defRPr sz="1350" b="0">
                <a:solidFill>
                  <a:srgbClr val="52625D"/>
                </a:solidFill>
                <a:latin typeface="Arial"/>
                <a:ea typeface="Arial"/>
                <a:cs typeface="Arial"/>
              </a:defRPr>
            </a:lvl9pPr>
          </a:lstStyle>
          <a:p xmlns:a="http://schemas.openxmlformats.org/drawingml/2006/main">
            <a:pPr>
              <a:defRPr sz="1350" b="0">
                <a:solidFill>
                  <a:srgbClr val="52625D"/>
                </a:solidFill>
                <a:latin typeface="Arial"/>
                <a:ea typeface="Arial"/>
                <a:cs typeface="Arial"/>
              </a:defRPr>
            </a:pPr>
            <a:r>
              <a:rPr sz="1350" b="0">
                <a:solidFill>
                  <a:srgbClr val="52625D"/>
                </a:solidFill>
                <a:latin typeface="Arial"/>
                <a:ea typeface="Arial"/>
                <a:cs typeface="Arial"/>
              </a:rPr>
              <a:t>03</a:t>
            </a:r>
          </a:p>
        </p:txBody>
      </p:sp>
      <p:sp>
        <p:nvSpPr>
          <p:cNvPr id="4" name="text">
            <a:extLst xmlns:a="http://schemas.openxmlformats.org/drawingml/2006/main">
              <a:ext uri="{FF2B5EF4-FFF2-40B4-BE49-F238E27FC236}">
                <a16:creationId xmlns:a16="http://schemas.microsoft.com/office/drawing/2014/main" id="{3E891DCD-175C-450A-8A49-569D3B2FCC73}"/>
              </a:ext>
            </a:extLst>
          </p:cNvPr>
          <p:cNvSpPr>
            <a:spLocks xmlns:a="http://schemas.openxmlformats.org/drawingml/2006/main" noGrp="1"/>
          </p:cNvSpPr>
          <p:nvPr/>
        </p:nvSpPr>
        <p:spPr>
          <a:xfrm xmlns:a="http://schemas.openxmlformats.org/drawingml/2006/main">
            <a:off x="628650" y="23241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9665B"/>
                </a:solidFill>
                <a:latin typeface="Arial"/>
                <a:ea typeface="Arial"/>
                <a:cs typeface="Arial"/>
              </a:defRPr>
            </a:defPPr>
            <a:lvl1pPr>
              <a:defRPr sz="2850" b="1">
                <a:solidFill>
                  <a:srgbClr val="19665B"/>
                </a:solidFill>
                <a:latin typeface="Arial"/>
                <a:ea typeface="Arial"/>
                <a:cs typeface="Arial"/>
              </a:defRPr>
            </a:lvl1pPr>
            <a:lvl2pPr>
              <a:defRPr sz="2850" b="1">
                <a:solidFill>
                  <a:srgbClr val="19665B"/>
                </a:solidFill>
                <a:latin typeface="Arial"/>
                <a:ea typeface="Arial"/>
                <a:cs typeface="Arial"/>
              </a:defRPr>
            </a:lvl2pPr>
            <a:lvl3pPr>
              <a:defRPr sz="2850" b="1">
                <a:solidFill>
                  <a:srgbClr val="19665B"/>
                </a:solidFill>
                <a:latin typeface="Arial"/>
                <a:ea typeface="Arial"/>
                <a:cs typeface="Arial"/>
              </a:defRPr>
            </a:lvl3pPr>
            <a:lvl4pPr>
              <a:defRPr sz="2850" b="1">
                <a:solidFill>
                  <a:srgbClr val="19665B"/>
                </a:solidFill>
                <a:latin typeface="Arial"/>
                <a:ea typeface="Arial"/>
                <a:cs typeface="Arial"/>
              </a:defRPr>
            </a:lvl4pPr>
            <a:lvl5pPr>
              <a:defRPr sz="2850" b="1">
                <a:solidFill>
                  <a:srgbClr val="19665B"/>
                </a:solidFill>
                <a:latin typeface="Arial"/>
                <a:ea typeface="Arial"/>
                <a:cs typeface="Arial"/>
              </a:defRPr>
            </a:lvl5pPr>
            <a:lvl6pPr>
              <a:defRPr sz="2850" b="1">
                <a:solidFill>
                  <a:srgbClr val="19665B"/>
                </a:solidFill>
                <a:latin typeface="Arial"/>
                <a:ea typeface="Arial"/>
                <a:cs typeface="Arial"/>
              </a:defRPr>
            </a:lvl6pPr>
            <a:lvl7pPr>
              <a:defRPr sz="2850" b="1">
                <a:solidFill>
                  <a:srgbClr val="19665B"/>
                </a:solidFill>
                <a:latin typeface="Arial"/>
                <a:ea typeface="Arial"/>
                <a:cs typeface="Arial"/>
              </a:defRPr>
            </a:lvl7pPr>
            <a:lvl8pPr>
              <a:defRPr sz="2850" b="1">
                <a:solidFill>
                  <a:srgbClr val="19665B"/>
                </a:solidFill>
                <a:latin typeface="Arial"/>
                <a:ea typeface="Arial"/>
                <a:cs typeface="Arial"/>
              </a:defRPr>
            </a:lvl8pPr>
            <a:lvl9pPr>
              <a:defRPr sz="2850" b="1">
                <a:solidFill>
                  <a:srgbClr val="19665B"/>
                </a:solidFill>
                <a:latin typeface="Arial"/>
                <a:ea typeface="Arial"/>
                <a:cs typeface="Arial"/>
              </a:defRPr>
            </a:lvl9pPr>
          </a:lstStyle>
          <a:p xmlns:a="http://schemas.openxmlformats.org/drawingml/2006/main">
            <a:pPr>
              <a:defRPr sz="2850" b="1">
                <a:solidFill>
                  <a:srgbClr val="19665B"/>
                </a:solidFill>
                <a:latin typeface="Arial"/>
                <a:ea typeface="Arial"/>
                <a:cs typeface="Arial"/>
              </a:defRPr>
            </a:pPr>
            <a:r>
              <a:rPr sz="2850" b="1">
                <a:solidFill>
                  <a:srgbClr val="19665B"/>
                </a:solidFill>
                <a:latin typeface="Arial"/>
                <a:ea typeface="Arial"/>
                <a:cs typeface="Arial"/>
              </a:rPr>
              <a:t>01</a:t>
            </a:r>
          </a:p>
        </p:txBody>
      </p:sp>
      <p:sp>
        <p:nvSpPr>
          <p:cNvPr id="5" name="text">
            <a:extLst xmlns:a="http://schemas.openxmlformats.org/drawingml/2006/main">
              <a:ext uri="{FF2B5EF4-FFF2-40B4-BE49-F238E27FC236}">
                <a16:creationId xmlns:a16="http://schemas.microsoft.com/office/drawing/2014/main" id="{433FC877-3D30-426E-ABC3-763A595CC0E4}"/>
              </a:ext>
            </a:extLst>
          </p:cNvPr>
          <p:cNvSpPr>
            <a:spLocks xmlns:a="http://schemas.openxmlformats.org/drawingml/2006/main" noGrp="1"/>
          </p:cNvSpPr>
          <p:nvPr/>
        </p:nvSpPr>
        <p:spPr>
          <a:xfrm xmlns:a="http://schemas.openxmlformats.org/drawingml/2006/main">
            <a:off x="1666875" y="23241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92C2A"/>
                </a:solidFill>
                <a:latin typeface="Arial"/>
                <a:ea typeface="Arial"/>
                <a:cs typeface="Arial"/>
              </a:defRPr>
            </a:defPPr>
            <a:lvl1pPr>
              <a:defRPr sz="2175" b="1">
                <a:solidFill>
                  <a:srgbClr val="192C2A"/>
                </a:solidFill>
                <a:latin typeface="Arial"/>
                <a:ea typeface="Arial"/>
                <a:cs typeface="Arial"/>
              </a:defRPr>
            </a:lvl1pPr>
            <a:lvl2pPr>
              <a:defRPr sz="2175" b="1">
                <a:solidFill>
                  <a:srgbClr val="192C2A"/>
                </a:solidFill>
                <a:latin typeface="Arial"/>
                <a:ea typeface="Arial"/>
                <a:cs typeface="Arial"/>
              </a:defRPr>
            </a:lvl2pPr>
            <a:lvl3pPr>
              <a:defRPr sz="2175" b="1">
                <a:solidFill>
                  <a:srgbClr val="192C2A"/>
                </a:solidFill>
                <a:latin typeface="Arial"/>
                <a:ea typeface="Arial"/>
                <a:cs typeface="Arial"/>
              </a:defRPr>
            </a:lvl3pPr>
            <a:lvl4pPr>
              <a:defRPr sz="2175" b="1">
                <a:solidFill>
                  <a:srgbClr val="192C2A"/>
                </a:solidFill>
                <a:latin typeface="Arial"/>
                <a:ea typeface="Arial"/>
                <a:cs typeface="Arial"/>
              </a:defRPr>
            </a:lvl4pPr>
            <a:lvl5pPr>
              <a:defRPr sz="2175" b="1">
                <a:solidFill>
                  <a:srgbClr val="192C2A"/>
                </a:solidFill>
                <a:latin typeface="Arial"/>
                <a:ea typeface="Arial"/>
                <a:cs typeface="Arial"/>
              </a:defRPr>
            </a:lvl5pPr>
            <a:lvl6pPr>
              <a:defRPr sz="2175" b="1">
                <a:solidFill>
                  <a:srgbClr val="192C2A"/>
                </a:solidFill>
                <a:latin typeface="Arial"/>
                <a:ea typeface="Arial"/>
                <a:cs typeface="Arial"/>
              </a:defRPr>
            </a:lvl6pPr>
            <a:lvl7pPr>
              <a:defRPr sz="2175" b="1">
                <a:solidFill>
                  <a:srgbClr val="192C2A"/>
                </a:solidFill>
                <a:latin typeface="Arial"/>
                <a:ea typeface="Arial"/>
                <a:cs typeface="Arial"/>
              </a:defRPr>
            </a:lvl7pPr>
            <a:lvl8pPr>
              <a:defRPr sz="2175" b="1">
                <a:solidFill>
                  <a:srgbClr val="192C2A"/>
                </a:solidFill>
                <a:latin typeface="Arial"/>
                <a:ea typeface="Arial"/>
                <a:cs typeface="Arial"/>
              </a:defRPr>
            </a:lvl8pPr>
            <a:lvl9pPr>
              <a:defRPr sz="2175" b="1">
                <a:solidFill>
                  <a:srgbClr val="192C2A"/>
                </a:solidFill>
                <a:latin typeface="Arial"/>
                <a:ea typeface="Arial"/>
                <a:cs typeface="Arial"/>
              </a:defRPr>
            </a:lvl9pPr>
          </a:lstStyle>
          <a:p xmlns:a="http://schemas.openxmlformats.org/drawingml/2006/main">
            <a:pPr>
              <a:defRPr sz="2175" b="1">
                <a:solidFill>
                  <a:srgbClr val="192C2A"/>
                </a:solidFill>
                <a:latin typeface="Arial"/>
                <a:ea typeface="Arial"/>
                <a:cs typeface="Arial"/>
              </a:defRPr>
            </a:pPr>
            <a:r>
              <a:rPr sz="2175" b="1">
                <a:solidFill>
                  <a:srgbClr val="192C2A"/>
                </a:solidFill>
                <a:latin typeface="Arial"/>
                <a:ea typeface="Arial"/>
                <a:cs typeface="Arial"/>
              </a:rPr>
              <a:t>Найти</a:t>
            </a:r>
          </a:p>
        </p:txBody>
      </p:sp>
      <p:sp>
        <p:nvSpPr>
          <p:cNvPr id="6" name="text">
            <a:extLst xmlns:a="http://schemas.openxmlformats.org/drawingml/2006/main">
              <a:ext uri="{FF2B5EF4-FFF2-40B4-BE49-F238E27FC236}">
                <a16:creationId xmlns:a16="http://schemas.microsoft.com/office/drawing/2014/main" id="{7AE9F2B3-412A-4256-9D05-4462118B2B53}"/>
              </a:ext>
            </a:extLst>
          </p:cNvPr>
          <p:cNvSpPr>
            <a:spLocks xmlns:a="http://schemas.openxmlformats.org/drawingml/2006/main" noGrp="1"/>
          </p:cNvSpPr>
          <p:nvPr/>
        </p:nvSpPr>
        <p:spPr>
          <a:xfrm xmlns:a="http://schemas.openxmlformats.org/drawingml/2006/main">
            <a:off x="5095875" y="2343150"/>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25D"/>
                </a:solidFill>
                <a:latin typeface="Arial"/>
                <a:ea typeface="Arial"/>
                <a:cs typeface="Arial"/>
              </a:defRPr>
            </a:defPPr>
            <a:lvl1pPr>
              <a:defRPr sz="1950" b="0">
                <a:solidFill>
                  <a:srgbClr val="52625D"/>
                </a:solidFill>
                <a:latin typeface="Arial"/>
                <a:ea typeface="Arial"/>
                <a:cs typeface="Arial"/>
              </a:defRPr>
            </a:lvl1pPr>
            <a:lvl2pPr>
              <a:defRPr sz="1950" b="0">
                <a:solidFill>
                  <a:srgbClr val="52625D"/>
                </a:solidFill>
                <a:latin typeface="Arial"/>
                <a:ea typeface="Arial"/>
                <a:cs typeface="Arial"/>
              </a:defRPr>
            </a:lvl2pPr>
            <a:lvl3pPr>
              <a:defRPr sz="1950" b="0">
                <a:solidFill>
                  <a:srgbClr val="52625D"/>
                </a:solidFill>
                <a:latin typeface="Arial"/>
                <a:ea typeface="Arial"/>
                <a:cs typeface="Arial"/>
              </a:defRPr>
            </a:lvl3pPr>
            <a:lvl4pPr>
              <a:defRPr sz="1950" b="0">
                <a:solidFill>
                  <a:srgbClr val="52625D"/>
                </a:solidFill>
                <a:latin typeface="Arial"/>
                <a:ea typeface="Arial"/>
                <a:cs typeface="Arial"/>
              </a:defRPr>
            </a:lvl4pPr>
            <a:lvl5pPr>
              <a:defRPr sz="1950" b="0">
                <a:solidFill>
                  <a:srgbClr val="52625D"/>
                </a:solidFill>
                <a:latin typeface="Arial"/>
                <a:ea typeface="Arial"/>
                <a:cs typeface="Arial"/>
              </a:defRPr>
            </a:lvl5pPr>
            <a:lvl6pPr>
              <a:defRPr sz="1950" b="0">
                <a:solidFill>
                  <a:srgbClr val="52625D"/>
                </a:solidFill>
                <a:latin typeface="Arial"/>
                <a:ea typeface="Arial"/>
                <a:cs typeface="Arial"/>
              </a:defRPr>
            </a:lvl6pPr>
            <a:lvl7pPr>
              <a:defRPr sz="1950" b="0">
                <a:solidFill>
                  <a:srgbClr val="52625D"/>
                </a:solidFill>
                <a:latin typeface="Arial"/>
                <a:ea typeface="Arial"/>
                <a:cs typeface="Arial"/>
              </a:defRPr>
            </a:lvl7pPr>
            <a:lvl8pPr>
              <a:defRPr sz="1950" b="0">
                <a:solidFill>
                  <a:srgbClr val="52625D"/>
                </a:solidFill>
                <a:latin typeface="Arial"/>
                <a:ea typeface="Arial"/>
                <a:cs typeface="Arial"/>
              </a:defRPr>
            </a:lvl8pPr>
            <a:lvl9pPr>
              <a:defRPr sz="1950" b="0">
                <a:solidFill>
                  <a:srgbClr val="52625D"/>
                </a:solidFill>
                <a:latin typeface="Arial"/>
                <a:ea typeface="Arial"/>
                <a:cs typeface="Arial"/>
              </a:defRPr>
            </a:lvl9pPr>
          </a:lstStyle>
          <a:p xmlns:a="http://schemas.openxmlformats.org/drawingml/2006/main">
            <a:pPr>
              <a:defRPr sz="1950" b="0">
                <a:solidFill>
                  <a:srgbClr val="52625D"/>
                </a:solidFill>
                <a:latin typeface="Arial"/>
                <a:ea typeface="Arial"/>
                <a:cs typeface="Arial"/>
              </a:defRPr>
            </a:pPr>
            <a:r>
              <a:rPr sz="1950" b="0">
                <a:solidFill>
                  <a:srgbClr val="52625D"/>
                </a:solidFill>
                <a:latin typeface="Arial"/>
                <a:ea typeface="Arial"/>
                <a:cs typeface="Arial"/>
              </a:rPr>
              <a:t>Сбор получает объявления. Discovery ищет новые примеры.</a:t>
            </a:r>
          </a:p>
        </p:txBody>
      </p:sp>
      <p:sp>
        <p:nvSpPr>
          <p:cNvPr id="7" name="text">
            <a:extLst xmlns:a="http://schemas.openxmlformats.org/drawingml/2006/main">
              <a:ext uri="{FF2B5EF4-FFF2-40B4-BE49-F238E27FC236}">
                <a16:creationId xmlns:a16="http://schemas.microsoft.com/office/drawing/2014/main" id="{6C2640B9-84B6-481A-BCF6-F39E9DFB0A52}"/>
              </a:ext>
            </a:extLst>
          </p:cNvPr>
          <p:cNvSpPr>
            <a:spLocks xmlns:a="http://schemas.openxmlformats.org/drawingml/2006/main" noGrp="1"/>
          </p:cNvSpPr>
          <p:nvPr/>
        </p:nvSpPr>
        <p:spPr>
          <a:xfrm xmlns:a="http://schemas.openxmlformats.org/drawingml/2006/main">
            <a:off x="628650" y="32385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9665B"/>
                </a:solidFill>
                <a:latin typeface="Arial"/>
                <a:ea typeface="Arial"/>
                <a:cs typeface="Arial"/>
              </a:defRPr>
            </a:defPPr>
            <a:lvl1pPr>
              <a:defRPr sz="2850" b="1">
                <a:solidFill>
                  <a:srgbClr val="19665B"/>
                </a:solidFill>
                <a:latin typeface="Arial"/>
                <a:ea typeface="Arial"/>
                <a:cs typeface="Arial"/>
              </a:defRPr>
            </a:lvl1pPr>
            <a:lvl2pPr>
              <a:defRPr sz="2850" b="1">
                <a:solidFill>
                  <a:srgbClr val="19665B"/>
                </a:solidFill>
                <a:latin typeface="Arial"/>
                <a:ea typeface="Arial"/>
                <a:cs typeface="Arial"/>
              </a:defRPr>
            </a:lvl2pPr>
            <a:lvl3pPr>
              <a:defRPr sz="2850" b="1">
                <a:solidFill>
                  <a:srgbClr val="19665B"/>
                </a:solidFill>
                <a:latin typeface="Arial"/>
                <a:ea typeface="Arial"/>
                <a:cs typeface="Arial"/>
              </a:defRPr>
            </a:lvl3pPr>
            <a:lvl4pPr>
              <a:defRPr sz="2850" b="1">
                <a:solidFill>
                  <a:srgbClr val="19665B"/>
                </a:solidFill>
                <a:latin typeface="Arial"/>
                <a:ea typeface="Arial"/>
                <a:cs typeface="Arial"/>
              </a:defRPr>
            </a:lvl4pPr>
            <a:lvl5pPr>
              <a:defRPr sz="2850" b="1">
                <a:solidFill>
                  <a:srgbClr val="19665B"/>
                </a:solidFill>
                <a:latin typeface="Arial"/>
                <a:ea typeface="Arial"/>
                <a:cs typeface="Arial"/>
              </a:defRPr>
            </a:lvl5pPr>
            <a:lvl6pPr>
              <a:defRPr sz="2850" b="1">
                <a:solidFill>
                  <a:srgbClr val="19665B"/>
                </a:solidFill>
                <a:latin typeface="Arial"/>
                <a:ea typeface="Arial"/>
                <a:cs typeface="Arial"/>
              </a:defRPr>
            </a:lvl6pPr>
            <a:lvl7pPr>
              <a:defRPr sz="2850" b="1">
                <a:solidFill>
                  <a:srgbClr val="19665B"/>
                </a:solidFill>
                <a:latin typeface="Arial"/>
                <a:ea typeface="Arial"/>
                <a:cs typeface="Arial"/>
              </a:defRPr>
            </a:lvl7pPr>
            <a:lvl8pPr>
              <a:defRPr sz="2850" b="1">
                <a:solidFill>
                  <a:srgbClr val="19665B"/>
                </a:solidFill>
                <a:latin typeface="Arial"/>
                <a:ea typeface="Arial"/>
                <a:cs typeface="Arial"/>
              </a:defRPr>
            </a:lvl8pPr>
            <a:lvl9pPr>
              <a:defRPr sz="2850" b="1">
                <a:solidFill>
                  <a:srgbClr val="19665B"/>
                </a:solidFill>
                <a:latin typeface="Arial"/>
                <a:ea typeface="Arial"/>
                <a:cs typeface="Arial"/>
              </a:defRPr>
            </a:lvl9pPr>
          </a:lstStyle>
          <a:p xmlns:a="http://schemas.openxmlformats.org/drawingml/2006/main">
            <a:pPr>
              <a:defRPr sz="2850" b="1">
                <a:solidFill>
                  <a:srgbClr val="19665B"/>
                </a:solidFill>
                <a:latin typeface="Arial"/>
                <a:ea typeface="Arial"/>
                <a:cs typeface="Arial"/>
              </a:defRPr>
            </a:pPr>
            <a:r>
              <a:rPr sz="2850" b="1">
                <a:solidFill>
                  <a:srgbClr val="19665B"/>
                </a:solidFill>
                <a:latin typeface="Arial"/>
                <a:ea typeface="Arial"/>
                <a:cs typeface="Arial"/>
              </a:rPr>
              <a:t>02</a:t>
            </a:r>
          </a:p>
        </p:txBody>
      </p:sp>
      <p:sp>
        <p:nvSpPr>
          <p:cNvPr id="8" name="text">
            <a:extLst xmlns:a="http://schemas.openxmlformats.org/drawingml/2006/main">
              <a:ext uri="{FF2B5EF4-FFF2-40B4-BE49-F238E27FC236}">
                <a16:creationId xmlns:a16="http://schemas.microsoft.com/office/drawing/2014/main" id="{91479C55-B6BB-41AB-AA44-FA8CF799BB02}"/>
              </a:ext>
            </a:extLst>
          </p:cNvPr>
          <p:cNvSpPr>
            <a:spLocks xmlns:a="http://schemas.openxmlformats.org/drawingml/2006/main" noGrp="1"/>
          </p:cNvSpPr>
          <p:nvPr/>
        </p:nvSpPr>
        <p:spPr>
          <a:xfrm xmlns:a="http://schemas.openxmlformats.org/drawingml/2006/main">
            <a:off x="1666875" y="32385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92C2A"/>
                </a:solidFill>
                <a:latin typeface="Arial"/>
                <a:ea typeface="Arial"/>
                <a:cs typeface="Arial"/>
              </a:defRPr>
            </a:defPPr>
            <a:lvl1pPr>
              <a:defRPr sz="2175" b="1">
                <a:solidFill>
                  <a:srgbClr val="192C2A"/>
                </a:solidFill>
                <a:latin typeface="Arial"/>
                <a:ea typeface="Arial"/>
                <a:cs typeface="Arial"/>
              </a:defRPr>
            </a:lvl1pPr>
            <a:lvl2pPr>
              <a:defRPr sz="2175" b="1">
                <a:solidFill>
                  <a:srgbClr val="192C2A"/>
                </a:solidFill>
                <a:latin typeface="Arial"/>
                <a:ea typeface="Arial"/>
                <a:cs typeface="Arial"/>
              </a:defRPr>
            </a:lvl2pPr>
            <a:lvl3pPr>
              <a:defRPr sz="2175" b="1">
                <a:solidFill>
                  <a:srgbClr val="192C2A"/>
                </a:solidFill>
                <a:latin typeface="Arial"/>
                <a:ea typeface="Arial"/>
                <a:cs typeface="Arial"/>
              </a:defRPr>
            </a:lvl3pPr>
            <a:lvl4pPr>
              <a:defRPr sz="2175" b="1">
                <a:solidFill>
                  <a:srgbClr val="192C2A"/>
                </a:solidFill>
                <a:latin typeface="Arial"/>
                <a:ea typeface="Arial"/>
                <a:cs typeface="Arial"/>
              </a:defRPr>
            </a:lvl4pPr>
            <a:lvl5pPr>
              <a:defRPr sz="2175" b="1">
                <a:solidFill>
                  <a:srgbClr val="192C2A"/>
                </a:solidFill>
                <a:latin typeface="Arial"/>
                <a:ea typeface="Arial"/>
                <a:cs typeface="Arial"/>
              </a:defRPr>
            </a:lvl5pPr>
            <a:lvl6pPr>
              <a:defRPr sz="2175" b="1">
                <a:solidFill>
                  <a:srgbClr val="192C2A"/>
                </a:solidFill>
                <a:latin typeface="Arial"/>
                <a:ea typeface="Arial"/>
                <a:cs typeface="Arial"/>
              </a:defRPr>
            </a:lvl6pPr>
            <a:lvl7pPr>
              <a:defRPr sz="2175" b="1">
                <a:solidFill>
                  <a:srgbClr val="192C2A"/>
                </a:solidFill>
                <a:latin typeface="Arial"/>
                <a:ea typeface="Arial"/>
                <a:cs typeface="Arial"/>
              </a:defRPr>
            </a:lvl7pPr>
            <a:lvl8pPr>
              <a:defRPr sz="2175" b="1">
                <a:solidFill>
                  <a:srgbClr val="192C2A"/>
                </a:solidFill>
                <a:latin typeface="Arial"/>
                <a:ea typeface="Arial"/>
                <a:cs typeface="Arial"/>
              </a:defRPr>
            </a:lvl8pPr>
            <a:lvl9pPr>
              <a:defRPr sz="2175" b="1">
                <a:solidFill>
                  <a:srgbClr val="192C2A"/>
                </a:solidFill>
                <a:latin typeface="Arial"/>
                <a:ea typeface="Arial"/>
                <a:cs typeface="Arial"/>
              </a:defRPr>
            </a:lvl9pPr>
          </a:lstStyle>
          <a:p xmlns:a="http://schemas.openxmlformats.org/drawingml/2006/main">
            <a:pPr>
              <a:defRPr sz="2175" b="1">
                <a:solidFill>
                  <a:srgbClr val="192C2A"/>
                </a:solidFill>
                <a:latin typeface="Arial"/>
                <a:ea typeface="Arial"/>
                <a:cs typeface="Arial"/>
              </a:defRPr>
            </a:pPr>
            <a:r>
              <a:rPr sz="2175" b="1">
                <a:solidFill>
                  <a:srgbClr val="192C2A"/>
                </a:solidFill>
                <a:latin typeface="Arial"/>
                <a:ea typeface="Arial"/>
                <a:cs typeface="Arial"/>
              </a:rPr>
              <a:t>Понять</a:t>
            </a:r>
          </a:p>
        </p:txBody>
      </p:sp>
      <p:sp>
        <p:nvSpPr>
          <p:cNvPr id="9" name="text">
            <a:extLst xmlns:a="http://schemas.openxmlformats.org/drawingml/2006/main">
              <a:ext uri="{FF2B5EF4-FFF2-40B4-BE49-F238E27FC236}">
                <a16:creationId xmlns:a16="http://schemas.microsoft.com/office/drawing/2014/main" id="{96CF0B23-104D-4BB8-8D57-4F63C49B59A4}"/>
              </a:ext>
            </a:extLst>
          </p:cNvPr>
          <p:cNvSpPr>
            <a:spLocks xmlns:a="http://schemas.openxmlformats.org/drawingml/2006/main" noGrp="1"/>
          </p:cNvSpPr>
          <p:nvPr/>
        </p:nvSpPr>
        <p:spPr>
          <a:xfrm xmlns:a="http://schemas.openxmlformats.org/drawingml/2006/main">
            <a:off x="5095875" y="3257550"/>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25D"/>
                </a:solidFill>
                <a:latin typeface="Arial"/>
                <a:ea typeface="Arial"/>
                <a:cs typeface="Arial"/>
              </a:defRPr>
            </a:defPPr>
            <a:lvl1pPr>
              <a:defRPr sz="1950" b="0">
                <a:solidFill>
                  <a:srgbClr val="52625D"/>
                </a:solidFill>
                <a:latin typeface="Arial"/>
                <a:ea typeface="Arial"/>
                <a:cs typeface="Arial"/>
              </a:defRPr>
            </a:lvl1pPr>
            <a:lvl2pPr>
              <a:defRPr sz="1950" b="0">
                <a:solidFill>
                  <a:srgbClr val="52625D"/>
                </a:solidFill>
                <a:latin typeface="Arial"/>
                <a:ea typeface="Arial"/>
                <a:cs typeface="Arial"/>
              </a:defRPr>
            </a:lvl2pPr>
            <a:lvl3pPr>
              <a:defRPr sz="1950" b="0">
                <a:solidFill>
                  <a:srgbClr val="52625D"/>
                </a:solidFill>
                <a:latin typeface="Arial"/>
                <a:ea typeface="Arial"/>
                <a:cs typeface="Arial"/>
              </a:defRPr>
            </a:lvl3pPr>
            <a:lvl4pPr>
              <a:defRPr sz="1950" b="0">
                <a:solidFill>
                  <a:srgbClr val="52625D"/>
                </a:solidFill>
                <a:latin typeface="Arial"/>
                <a:ea typeface="Arial"/>
                <a:cs typeface="Arial"/>
              </a:defRPr>
            </a:lvl4pPr>
            <a:lvl5pPr>
              <a:defRPr sz="1950" b="0">
                <a:solidFill>
                  <a:srgbClr val="52625D"/>
                </a:solidFill>
                <a:latin typeface="Arial"/>
                <a:ea typeface="Arial"/>
                <a:cs typeface="Arial"/>
              </a:defRPr>
            </a:lvl5pPr>
            <a:lvl6pPr>
              <a:defRPr sz="1950" b="0">
                <a:solidFill>
                  <a:srgbClr val="52625D"/>
                </a:solidFill>
                <a:latin typeface="Arial"/>
                <a:ea typeface="Arial"/>
                <a:cs typeface="Arial"/>
              </a:defRPr>
            </a:lvl6pPr>
            <a:lvl7pPr>
              <a:defRPr sz="1950" b="0">
                <a:solidFill>
                  <a:srgbClr val="52625D"/>
                </a:solidFill>
                <a:latin typeface="Arial"/>
                <a:ea typeface="Arial"/>
                <a:cs typeface="Arial"/>
              </a:defRPr>
            </a:lvl7pPr>
            <a:lvl8pPr>
              <a:defRPr sz="1950" b="0">
                <a:solidFill>
                  <a:srgbClr val="52625D"/>
                </a:solidFill>
                <a:latin typeface="Arial"/>
                <a:ea typeface="Arial"/>
                <a:cs typeface="Arial"/>
              </a:defRPr>
            </a:lvl8pPr>
            <a:lvl9pPr>
              <a:defRPr sz="1950" b="0">
                <a:solidFill>
                  <a:srgbClr val="52625D"/>
                </a:solidFill>
                <a:latin typeface="Arial"/>
                <a:ea typeface="Arial"/>
                <a:cs typeface="Arial"/>
              </a:defRPr>
            </a:lvl9pPr>
          </a:lstStyle>
          <a:p xmlns:a="http://schemas.openxmlformats.org/drawingml/2006/main">
            <a:pPr>
              <a:defRPr sz="1950" b="0">
                <a:solidFill>
                  <a:srgbClr val="52625D"/>
                </a:solidFill>
                <a:latin typeface="Arial"/>
                <a:ea typeface="Arial"/>
                <a:cs typeface="Arial"/>
              </a:defRPr>
            </a:pPr>
            <a:r>
              <a:rPr sz="1950" b="0">
                <a:solidFill>
                  <a:srgbClr val="52625D"/>
                </a:solidFill>
                <a:latin typeface="Arial"/>
                <a:ea typeface="Arial"/>
                <a:cs typeface="Arial"/>
              </a:rPr>
              <a:t>Карточка хранит текст, профессию и факты об условиях.</a:t>
            </a:r>
          </a:p>
        </p:txBody>
      </p:sp>
      <p:sp>
        <p:nvSpPr>
          <p:cNvPr id="10" name="text">
            <a:extLst xmlns:a="http://schemas.openxmlformats.org/drawingml/2006/main">
              <a:ext uri="{FF2B5EF4-FFF2-40B4-BE49-F238E27FC236}">
                <a16:creationId xmlns:a16="http://schemas.microsoft.com/office/drawing/2014/main" id="{280A665D-8D05-4C60-AB6D-D13A6C13A4FF}"/>
              </a:ext>
            </a:extLst>
          </p:cNvPr>
          <p:cNvSpPr>
            <a:spLocks xmlns:a="http://schemas.openxmlformats.org/drawingml/2006/main" noGrp="1"/>
          </p:cNvSpPr>
          <p:nvPr/>
        </p:nvSpPr>
        <p:spPr>
          <a:xfrm xmlns:a="http://schemas.openxmlformats.org/drawingml/2006/main">
            <a:off x="628650" y="41529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9665B"/>
                </a:solidFill>
                <a:latin typeface="Arial"/>
                <a:ea typeface="Arial"/>
                <a:cs typeface="Arial"/>
              </a:defRPr>
            </a:defPPr>
            <a:lvl1pPr>
              <a:defRPr sz="2850" b="1">
                <a:solidFill>
                  <a:srgbClr val="19665B"/>
                </a:solidFill>
                <a:latin typeface="Arial"/>
                <a:ea typeface="Arial"/>
                <a:cs typeface="Arial"/>
              </a:defRPr>
            </a:lvl1pPr>
            <a:lvl2pPr>
              <a:defRPr sz="2850" b="1">
                <a:solidFill>
                  <a:srgbClr val="19665B"/>
                </a:solidFill>
                <a:latin typeface="Arial"/>
                <a:ea typeface="Arial"/>
                <a:cs typeface="Arial"/>
              </a:defRPr>
            </a:lvl2pPr>
            <a:lvl3pPr>
              <a:defRPr sz="2850" b="1">
                <a:solidFill>
                  <a:srgbClr val="19665B"/>
                </a:solidFill>
                <a:latin typeface="Arial"/>
                <a:ea typeface="Arial"/>
                <a:cs typeface="Arial"/>
              </a:defRPr>
            </a:lvl3pPr>
            <a:lvl4pPr>
              <a:defRPr sz="2850" b="1">
                <a:solidFill>
                  <a:srgbClr val="19665B"/>
                </a:solidFill>
                <a:latin typeface="Arial"/>
                <a:ea typeface="Arial"/>
                <a:cs typeface="Arial"/>
              </a:defRPr>
            </a:lvl4pPr>
            <a:lvl5pPr>
              <a:defRPr sz="2850" b="1">
                <a:solidFill>
                  <a:srgbClr val="19665B"/>
                </a:solidFill>
                <a:latin typeface="Arial"/>
                <a:ea typeface="Arial"/>
                <a:cs typeface="Arial"/>
              </a:defRPr>
            </a:lvl5pPr>
            <a:lvl6pPr>
              <a:defRPr sz="2850" b="1">
                <a:solidFill>
                  <a:srgbClr val="19665B"/>
                </a:solidFill>
                <a:latin typeface="Arial"/>
                <a:ea typeface="Arial"/>
                <a:cs typeface="Arial"/>
              </a:defRPr>
            </a:lvl6pPr>
            <a:lvl7pPr>
              <a:defRPr sz="2850" b="1">
                <a:solidFill>
                  <a:srgbClr val="19665B"/>
                </a:solidFill>
                <a:latin typeface="Arial"/>
                <a:ea typeface="Arial"/>
                <a:cs typeface="Arial"/>
              </a:defRPr>
            </a:lvl7pPr>
            <a:lvl8pPr>
              <a:defRPr sz="2850" b="1">
                <a:solidFill>
                  <a:srgbClr val="19665B"/>
                </a:solidFill>
                <a:latin typeface="Arial"/>
                <a:ea typeface="Arial"/>
                <a:cs typeface="Arial"/>
              </a:defRPr>
            </a:lvl8pPr>
            <a:lvl9pPr>
              <a:defRPr sz="2850" b="1">
                <a:solidFill>
                  <a:srgbClr val="19665B"/>
                </a:solidFill>
                <a:latin typeface="Arial"/>
                <a:ea typeface="Arial"/>
                <a:cs typeface="Arial"/>
              </a:defRPr>
            </a:lvl9pPr>
          </a:lstStyle>
          <a:p xmlns:a="http://schemas.openxmlformats.org/drawingml/2006/main">
            <a:pPr>
              <a:defRPr sz="2850" b="1">
                <a:solidFill>
                  <a:srgbClr val="19665B"/>
                </a:solidFill>
                <a:latin typeface="Arial"/>
                <a:ea typeface="Arial"/>
                <a:cs typeface="Arial"/>
              </a:defRPr>
            </a:pPr>
            <a:r>
              <a:rPr sz="2850" b="1">
                <a:solidFill>
                  <a:srgbClr val="19665B"/>
                </a:solidFill>
                <a:latin typeface="Arial"/>
                <a:ea typeface="Arial"/>
                <a:cs typeface="Arial"/>
              </a:rPr>
              <a:t>03</a:t>
            </a:r>
          </a:p>
        </p:txBody>
      </p:sp>
      <p:sp>
        <p:nvSpPr>
          <p:cNvPr id="11" name="text">
            <a:extLst xmlns:a="http://schemas.openxmlformats.org/drawingml/2006/main">
              <a:ext uri="{FF2B5EF4-FFF2-40B4-BE49-F238E27FC236}">
                <a16:creationId xmlns:a16="http://schemas.microsoft.com/office/drawing/2014/main" id="{9A5C3E00-8552-4CE0-8B6F-48BDA4238A64}"/>
              </a:ext>
            </a:extLst>
          </p:cNvPr>
          <p:cNvSpPr>
            <a:spLocks xmlns:a="http://schemas.openxmlformats.org/drawingml/2006/main" noGrp="1"/>
          </p:cNvSpPr>
          <p:nvPr/>
        </p:nvSpPr>
        <p:spPr>
          <a:xfrm xmlns:a="http://schemas.openxmlformats.org/drawingml/2006/main">
            <a:off x="1666875" y="41529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92C2A"/>
                </a:solidFill>
                <a:latin typeface="Arial"/>
                <a:ea typeface="Arial"/>
                <a:cs typeface="Arial"/>
              </a:defRPr>
            </a:defPPr>
            <a:lvl1pPr>
              <a:defRPr sz="2175" b="1">
                <a:solidFill>
                  <a:srgbClr val="192C2A"/>
                </a:solidFill>
                <a:latin typeface="Arial"/>
                <a:ea typeface="Arial"/>
                <a:cs typeface="Arial"/>
              </a:defRPr>
            </a:lvl1pPr>
            <a:lvl2pPr>
              <a:defRPr sz="2175" b="1">
                <a:solidFill>
                  <a:srgbClr val="192C2A"/>
                </a:solidFill>
                <a:latin typeface="Arial"/>
                <a:ea typeface="Arial"/>
                <a:cs typeface="Arial"/>
              </a:defRPr>
            </a:lvl2pPr>
            <a:lvl3pPr>
              <a:defRPr sz="2175" b="1">
                <a:solidFill>
                  <a:srgbClr val="192C2A"/>
                </a:solidFill>
                <a:latin typeface="Arial"/>
                <a:ea typeface="Arial"/>
                <a:cs typeface="Arial"/>
              </a:defRPr>
            </a:lvl3pPr>
            <a:lvl4pPr>
              <a:defRPr sz="2175" b="1">
                <a:solidFill>
                  <a:srgbClr val="192C2A"/>
                </a:solidFill>
                <a:latin typeface="Arial"/>
                <a:ea typeface="Arial"/>
                <a:cs typeface="Arial"/>
              </a:defRPr>
            </a:lvl4pPr>
            <a:lvl5pPr>
              <a:defRPr sz="2175" b="1">
                <a:solidFill>
                  <a:srgbClr val="192C2A"/>
                </a:solidFill>
                <a:latin typeface="Arial"/>
                <a:ea typeface="Arial"/>
                <a:cs typeface="Arial"/>
              </a:defRPr>
            </a:lvl5pPr>
            <a:lvl6pPr>
              <a:defRPr sz="2175" b="1">
                <a:solidFill>
                  <a:srgbClr val="192C2A"/>
                </a:solidFill>
                <a:latin typeface="Arial"/>
                <a:ea typeface="Arial"/>
                <a:cs typeface="Arial"/>
              </a:defRPr>
            </a:lvl6pPr>
            <a:lvl7pPr>
              <a:defRPr sz="2175" b="1">
                <a:solidFill>
                  <a:srgbClr val="192C2A"/>
                </a:solidFill>
                <a:latin typeface="Arial"/>
                <a:ea typeface="Arial"/>
                <a:cs typeface="Arial"/>
              </a:defRPr>
            </a:lvl7pPr>
            <a:lvl8pPr>
              <a:defRPr sz="2175" b="1">
                <a:solidFill>
                  <a:srgbClr val="192C2A"/>
                </a:solidFill>
                <a:latin typeface="Arial"/>
                <a:ea typeface="Arial"/>
                <a:cs typeface="Arial"/>
              </a:defRPr>
            </a:lvl8pPr>
            <a:lvl9pPr>
              <a:defRPr sz="2175" b="1">
                <a:solidFill>
                  <a:srgbClr val="192C2A"/>
                </a:solidFill>
                <a:latin typeface="Arial"/>
                <a:ea typeface="Arial"/>
                <a:cs typeface="Arial"/>
              </a:defRPr>
            </a:lvl9pPr>
          </a:lstStyle>
          <a:p xmlns:a="http://schemas.openxmlformats.org/drawingml/2006/main">
            <a:pPr>
              <a:defRPr sz="2175" b="1">
                <a:solidFill>
                  <a:srgbClr val="192C2A"/>
                </a:solidFill>
                <a:latin typeface="Arial"/>
                <a:ea typeface="Arial"/>
                <a:cs typeface="Arial"/>
              </a:defRPr>
            </a:pPr>
            <a:r>
              <a:rPr sz="2175" b="1">
                <a:solidFill>
                  <a:srgbClr val="192C2A"/>
                </a:solidFill>
                <a:latin typeface="Arial"/>
                <a:ea typeface="Arial"/>
                <a:cs typeface="Arial"/>
              </a:rPr>
              <a:t>Оценить</a:t>
            </a:r>
          </a:p>
        </p:txBody>
      </p:sp>
      <p:sp>
        <p:nvSpPr>
          <p:cNvPr id="12" name="text">
            <a:extLst xmlns:a="http://schemas.openxmlformats.org/drawingml/2006/main">
              <a:ext uri="{FF2B5EF4-FFF2-40B4-BE49-F238E27FC236}">
                <a16:creationId xmlns:a16="http://schemas.microsoft.com/office/drawing/2014/main" id="{6F7160A7-68FC-4B3C-A444-120628A4076C}"/>
              </a:ext>
            </a:extLst>
          </p:cNvPr>
          <p:cNvSpPr>
            <a:spLocks xmlns:a="http://schemas.openxmlformats.org/drawingml/2006/main" noGrp="1"/>
          </p:cNvSpPr>
          <p:nvPr/>
        </p:nvSpPr>
        <p:spPr>
          <a:xfrm xmlns:a="http://schemas.openxmlformats.org/drawingml/2006/main">
            <a:off x="5095875" y="4171950"/>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25D"/>
                </a:solidFill>
                <a:latin typeface="Arial"/>
                <a:ea typeface="Arial"/>
                <a:cs typeface="Arial"/>
              </a:defRPr>
            </a:defPPr>
            <a:lvl1pPr>
              <a:defRPr sz="1950" b="0">
                <a:solidFill>
                  <a:srgbClr val="52625D"/>
                </a:solidFill>
                <a:latin typeface="Arial"/>
                <a:ea typeface="Arial"/>
                <a:cs typeface="Arial"/>
              </a:defRPr>
            </a:lvl1pPr>
            <a:lvl2pPr>
              <a:defRPr sz="1950" b="0">
                <a:solidFill>
                  <a:srgbClr val="52625D"/>
                </a:solidFill>
                <a:latin typeface="Arial"/>
                <a:ea typeface="Arial"/>
                <a:cs typeface="Arial"/>
              </a:defRPr>
            </a:lvl2pPr>
            <a:lvl3pPr>
              <a:defRPr sz="1950" b="0">
                <a:solidFill>
                  <a:srgbClr val="52625D"/>
                </a:solidFill>
                <a:latin typeface="Arial"/>
                <a:ea typeface="Arial"/>
                <a:cs typeface="Arial"/>
              </a:defRPr>
            </a:lvl3pPr>
            <a:lvl4pPr>
              <a:defRPr sz="1950" b="0">
                <a:solidFill>
                  <a:srgbClr val="52625D"/>
                </a:solidFill>
                <a:latin typeface="Arial"/>
                <a:ea typeface="Arial"/>
                <a:cs typeface="Arial"/>
              </a:defRPr>
            </a:lvl4pPr>
            <a:lvl5pPr>
              <a:defRPr sz="1950" b="0">
                <a:solidFill>
                  <a:srgbClr val="52625D"/>
                </a:solidFill>
                <a:latin typeface="Arial"/>
                <a:ea typeface="Arial"/>
                <a:cs typeface="Arial"/>
              </a:defRPr>
            </a:lvl5pPr>
            <a:lvl6pPr>
              <a:defRPr sz="1950" b="0">
                <a:solidFill>
                  <a:srgbClr val="52625D"/>
                </a:solidFill>
                <a:latin typeface="Arial"/>
                <a:ea typeface="Arial"/>
                <a:cs typeface="Arial"/>
              </a:defRPr>
            </a:lvl6pPr>
            <a:lvl7pPr>
              <a:defRPr sz="1950" b="0">
                <a:solidFill>
                  <a:srgbClr val="52625D"/>
                </a:solidFill>
                <a:latin typeface="Arial"/>
                <a:ea typeface="Arial"/>
                <a:cs typeface="Arial"/>
              </a:defRPr>
            </a:lvl7pPr>
            <a:lvl8pPr>
              <a:defRPr sz="1950" b="0">
                <a:solidFill>
                  <a:srgbClr val="52625D"/>
                </a:solidFill>
                <a:latin typeface="Arial"/>
                <a:ea typeface="Arial"/>
                <a:cs typeface="Arial"/>
              </a:defRPr>
            </a:lvl8pPr>
            <a:lvl9pPr>
              <a:defRPr sz="1950" b="0">
                <a:solidFill>
                  <a:srgbClr val="52625D"/>
                </a:solidFill>
                <a:latin typeface="Arial"/>
                <a:ea typeface="Arial"/>
                <a:cs typeface="Arial"/>
              </a:defRPr>
            </a:lvl9pPr>
          </a:lstStyle>
          <a:p xmlns:a="http://schemas.openxmlformats.org/drawingml/2006/main">
            <a:pPr>
              <a:defRPr sz="1950" b="0">
                <a:solidFill>
                  <a:srgbClr val="52625D"/>
                </a:solidFill>
                <a:latin typeface="Arial"/>
                <a:ea typeface="Arial"/>
                <a:cs typeface="Arial"/>
              </a:defRPr>
            </a:pPr>
            <a:r>
              <a:rPr sz="1950" b="0">
                <a:solidFill>
                  <a:srgbClr val="52625D"/>
                </a:solidFill>
                <a:latin typeface="Arial"/>
                <a:ea typeface="Arial"/>
                <a:cs typeface="Arial"/>
              </a:rPr>
              <a:t>Правила и разметка дают score, балл соответствия.</a:t>
            </a:r>
          </a:p>
        </p:txBody>
      </p:sp>
      <p:sp>
        <p:nvSpPr>
          <p:cNvPr id="13" name="text">
            <a:extLst xmlns:a="http://schemas.openxmlformats.org/drawingml/2006/main">
              <a:ext uri="{FF2B5EF4-FFF2-40B4-BE49-F238E27FC236}">
                <a16:creationId xmlns:a16="http://schemas.microsoft.com/office/drawing/2014/main" id="{76B0160E-7E98-494B-9E4C-39C681AA073F}"/>
              </a:ext>
            </a:extLst>
          </p:cNvPr>
          <p:cNvSpPr>
            <a:spLocks xmlns:a="http://schemas.openxmlformats.org/drawingml/2006/main" noGrp="1"/>
          </p:cNvSpPr>
          <p:nvPr/>
        </p:nvSpPr>
        <p:spPr>
          <a:xfrm xmlns:a="http://schemas.openxmlformats.org/drawingml/2006/main">
            <a:off x="628650" y="50673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9665B"/>
                </a:solidFill>
                <a:latin typeface="Arial"/>
                <a:ea typeface="Arial"/>
                <a:cs typeface="Arial"/>
              </a:defRPr>
            </a:defPPr>
            <a:lvl1pPr>
              <a:defRPr sz="2850" b="1">
                <a:solidFill>
                  <a:srgbClr val="19665B"/>
                </a:solidFill>
                <a:latin typeface="Arial"/>
                <a:ea typeface="Arial"/>
                <a:cs typeface="Arial"/>
              </a:defRPr>
            </a:lvl1pPr>
            <a:lvl2pPr>
              <a:defRPr sz="2850" b="1">
                <a:solidFill>
                  <a:srgbClr val="19665B"/>
                </a:solidFill>
                <a:latin typeface="Arial"/>
                <a:ea typeface="Arial"/>
                <a:cs typeface="Arial"/>
              </a:defRPr>
            </a:lvl2pPr>
            <a:lvl3pPr>
              <a:defRPr sz="2850" b="1">
                <a:solidFill>
                  <a:srgbClr val="19665B"/>
                </a:solidFill>
                <a:latin typeface="Arial"/>
                <a:ea typeface="Arial"/>
                <a:cs typeface="Arial"/>
              </a:defRPr>
            </a:lvl3pPr>
            <a:lvl4pPr>
              <a:defRPr sz="2850" b="1">
                <a:solidFill>
                  <a:srgbClr val="19665B"/>
                </a:solidFill>
                <a:latin typeface="Arial"/>
                <a:ea typeface="Arial"/>
                <a:cs typeface="Arial"/>
              </a:defRPr>
            </a:lvl4pPr>
            <a:lvl5pPr>
              <a:defRPr sz="2850" b="1">
                <a:solidFill>
                  <a:srgbClr val="19665B"/>
                </a:solidFill>
                <a:latin typeface="Arial"/>
                <a:ea typeface="Arial"/>
                <a:cs typeface="Arial"/>
              </a:defRPr>
            </a:lvl5pPr>
            <a:lvl6pPr>
              <a:defRPr sz="2850" b="1">
                <a:solidFill>
                  <a:srgbClr val="19665B"/>
                </a:solidFill>
                <a:latin typeface="Arial"/>
                <a:ea typeface="Arial"/>
                <a:cs typeface="Arial"/>
              </a:defRPr>
            </a:lvl6pPr>
            <a:lvl7pPr>
              <a:defRPr sz="2850" b="1">
                <a:solidFill>
                  <a:srgbClr val="19665B"/>
                </a:solidFill>
                <a:latin typeface="Arial"/>
                <a:ea typeface="Arial"/>
                <a:cs typeface="Arial"/>
              </a:defRPr>
            </a:lvl7pPr>
            <a:lvl8pPr>
              <a:defRPr sz="2850" b="1">
                <a:solidFill>
                  <a:srgbClr val="19665B"/>
                </a:solidFill>
                <a:latin typeface="Arial"/>
                <a:ea typeface="Arial"/>
                <a:cs typeface="Arial"/>
              </a:defRPr>
            </a:lvl8pPr>
            <a:lvl9pPr>
              <a:defRPr sz="2850" b="1">
                <a:solidFill>
                  <a:srgbClr val="19665B"/>
                </a:solidFill>
                <a:latin typeface="Arial"/>
                <a:ea typeface="Arial"/>
                <a:cs typeface="Arial"/>
              </a:defRPr>
            </a:lvl9pPr>
          </a:lstStyle>
          <a:p xmlns:a="http://schemas.openxmlformats.org/drawingml/2006/main">
            <a:pPr>
              <a:defRPr sz="2850" b="1">
                <a:solidFill>
                  <a:srgbClr val="19665B"/>
                </a:solidFill>
                <a:latin typeface="Arial"/>
                <a:ea typeface="Arial"/>
                <a:cs typeface="Arial"/>
              </a:defRPr>
            </a:pPr>
            <a:r>
              <a:rPr sz="2850" b="1">
                <a:solidFill>
                  <a:srgbClr val="19665B"/>
                </a:solidFill>
                <a:latin typeface="Arial"/>
                <a:ea typeface="Arial"/>
                <a:cs typeface="Arial"/>
              </a:rPr>
              <a:t>04</a:t>
            </a:r>
          </a:p>
        </p:txBody>
      </p:sp>
      <p:sp>
        <p:nvSpPr>
          <p:cNvPr id="14" name="text">
            <a:extLst xmlns:a="http://schemas.openxmlformats.org/drawingml/2006/main">
              <a:ext uri="{FF2B5EF4-FFF2-40B4-BE49-F238E27FC236}">
                <a16:creationId xmlns:a16="http://schemas.microsoft.com/office/drawing/2014/main" id="{FE1B9E64-C861-439F-9580-352A0AB308ED}"/>
              </a:ext>
            </a:extLst>
          </p:cNvPr>
          <p:cNvSpPr>
            <a:spLocks xmlns:a="http://schemas.openxmlformats.org/drawingml/2006/main" noGrp="1"/>
          </p:cNvSpPr>
          <p:nvPr/>
        </p:nvSpPr>
        <p:spPr>
          <a:xfrm xmlns:a="http://schemas.openxmlformats.org/drawingml/2006/main">
            <a:off x="1666875" y="50673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92C2A"/>
                </a:solidFill>
                <a:latin typeface="Arial"/>
                <a:ea typeface="Arial"/>
                <a:cs typeface="Arial"/>
              </a:defRPr>
            </a:defPPr>
            <a:lvl1pPr>
              <a:defRPr sz="2175" b="1">
                <a:solidFill>
                  <a:srgbClr val="192C2A"/>
                </a:solidFill>
                <a:latin typeface="Arial"/>
                <a:ea typeface="Arial"/>
                <a:cs typeface="Arial"/>
              </a:defRPr>
            </a:lvl1pPr>
            <a:lvl2pPr>
              <a:defRPr sz="2175" b="1">
                <a:solidFill>
                  <a:srgbClr val="192C2A"/>
                </a:solidFill>
                <a:latin typeface="Arial"/>
                <a:ea typeface="Arial"/>
                <a:cs typeface="Arial"/>
              </a:defRPr>
            </a:lvl2pPr>
            <a:lvl3pPr>
              <a:defRPr sz="2175" b="1">
                <a:solidFill>
                  <a:srgbClr val="192C2A"/>
                </a:solidFill>
                <a:latin typeface="Arial"/>
                <a:ea typeface="Arial"/>
                <a:cs typeface="Arial"/>
              </a:defRPr>
            </a:lvl3pPr>
            <a:lvl4pPr>
              <a:defRPr sz="2175" b="1">
                <a:solidFill>
                  <a:srgbClr val="192C2A"/>
                </a:solidFill>
                <a:latin typeface="Arial"/>
                <a:ea typeface="Arial"/>
                <a:cs typeface="Arial"/>
              </a:defRPr>
            </a:lvl4pPr>
            <a:lvl5pPr>
              <a:defRPr sz="2175" b="1">
                <a:solidFill>
                  <a:srgbClr val="192C2A"/>
                </a:solidFill>
                <a:latin typeface="Arial"/>
                <a:ea typeface="Arial"/>
                <a:cs typeface="Arial"/>
              </a:defRPr>
            </a:lvl5pPr>
            <a:lvl6pPr>
              <a:defRPr sz="2175" b="1">
                <a:solidFill>
                  <a:srgbClr val="192C2A"/>
                </a:solidFill>
                <a:latin typeface="Arial"/>
                <a:ea typeface="Arial"/>
                <a:cs typeface="Arial"/>
              </a:defRPr>
            </a:lvl6pPr>
            <a:lvl7pPr>
              <a:defRPr sz="2175" b="1">
                <a:solidFill>
                  <a:srgbClr val="192C2A"/>
                </a:solidFill>
                <a:latin typeface="Arial"/>
                <a:ea typeface="Arial"/>
                <a:cs typeface="Arial"/>
              </a:defRPr>
            </a:lvl7pPr>
            <a:lvl8pPr>
              <a:defRPr sz="2175" b="1">
                <a:solidFill>
                  <a:srgbClr val="192C2A"/>
                </a:solidFill>
                <a:latin typeface="Arial"/>
                <a:ea typeface="Arial"/>
                <a:cs typeface="Arial"/>
              </a:defRPr>
            </a:lvl8pPr>
            <a:lvl9pPr>
              <a:defRPr sz="2175" b="1">
                <a:solidFill>
                  <a:srgbClr val="192C2A"/>
                </a:solidFill>
                <a:latin typeface="Arial"/>
                <a:ea typeface="Arial"/>
                <a:cs typeface="Arial"/>
              </a:defRPr>
            </a:lvl9pPr>
          </a:lstStyle>
          <a:p xmlns:a="http://schemas.openxmlformats.org/drawingml/2006/main">
            <a:pPr>
              <a:defRPr sz="2175" b="1">
                <a:solidFill>
                  <a:srgbClr val="192C2A"/>
                </a:solidFill>
                <a:latin typeface="Arial"/>
                <a:ea typeface="Arial"/>
                <a:cs typeface="Arial"/>
              </a:defRPr>
            </a:pPr>
            <a:r>
              <a:rPr sz="2175" b="1">
                <a:solidFill>
                  <a:srgbClr val="192C2A"/>
                </a:solidFill>
                <a:latin typeface="Arial"/>
                <a:ea typeface="Arial"/>
                <a:cs typeface="Arial"/>
              </a:rPr>
              <a:t>Действовать</a:t>
            </a:r>
          </a:p>
        </p:txBody>
      </p:sp>
      <p:sp>
        <p:nvSpPr>
          <p:cNvPr id="15" name="text">
            <a:extLst xmlns:a="http://schemas.openxmlformats.org/drawingml/2006/main">
              <a:ext uri="{FF2B5EF4-FFF2-40B4-BE49-F238E27FC236}">
                <a16:creationId xmlns:a16="http://schemas.microsoft.com/office/drawing/2014/main" id="{A772DF60-F81F-4965-96F1-B61DE5CD196F}"/>
              </a:ext>
            </a:extLst>
          </p:cNvPr>
          <p:cNvSpPr>
            <a:spLocks xmlns:a="http://schemas.openxmlformats.org/drawingml/2006/main" noGrp="1"/>
          </p:cNvSpPr>
          <p:nvPr/>
        </p:nvSpPr>
        <p:spPr>
          <a:xfrm xmlns:a="http://schemas.openxmlformats.org/drawingml/2006/main">
            <a:off x="5095875" y="5086350"/>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25D"/>
                </a:solidFill>
                <a:latin typeface="Arial"/>
                <a:ea typeface="Arial"/>
                <a:cs typeface="Arial"/>
              </a:defRPr>
            </a:defPPr>
            <a:lvl1pPr>
              <a:defRPr sz="1950" b="0">
                <a:solidFill>
                  <a:srgbClr val="52625D"/>
                </a:solidFill>
                <a:latin typeface="Arial"/>
                <a:ea typeface="Arial"/>
                <a:cs typeface="Arial"/>
              </a:defRPr>
            </a:lvl1pPr>
            <a:lvl2pPr>
              <a:defRPr sz="1950" b="0">
                <a:solidFill>
                  <a:srgbClr val="52625D"/>
                </a:solidFill>
                <a:latin typeface="Arial"/>
                <a:ea typeface="Arial"/>
                <a:cs typeface="Arial"/>
              </a:defRPr>
            </a:lvl2pPr>
            <a:lvl3pPr>
              <a:defRPr sz="1950" b="0">
                <a:solidFill>
                  <a:srgbClr val="52625D"/>
                </a:solidFill>
                <a:latin typeface="Arial"/>
                <a:ea typeface="Arial"/>
                <a:cs typeface="Arial"/>
              </a:defRPr>
            </a:lvl3pPr>
            <a:lvl4pPr>
              <a:defRPr sz="1950" b="0">
                <a:solidFill>
                  <a:srgbClr val="52625D"/>
                </a:solidFill>
                <a:latin typeface="Arial"/>
                <a:ea typeface="Arial"/>
                <a:cs typeface="Arial"/>
              </a:defRPr>
            </a:lvl4pPr>
            <a:lvl5pPr>
              <a:defRPr sz="1950" b="0">
                <a:solidFill>
                  <a:srgbClr val="52625D"/>
                </a:solidFill>
                <a:latin typeface="Arial"/>
                <a:ea typeface="Arial"/>
                <a:cs typeface="Arial"/>
              </a:defRPr>
            </a:lvl5pPr>
            <a:lvl6pPr>
              <a:defRPr sz="1950" b="0">
                <a:solidFill>
                  <a:srgbClr val="52625D"/>
                </a:solidFill>
                <a:latin typeface="Arial"/>
                <a:ea typeface="Arial"/>
                <a:cs typeface="Arial"/>
              </a:defRPr>
            </a:lvl6pPr>
            <a:lvl7pPr>
              <a:defRPr sz="1950" b="0">
                <a:solidFill>
                  <a:srgbClr val="52625D"/>
                </a:solidFill>
                <a:latin typeface="Arial"/>
                <a:ea typeface="Arial"/>
                <a:cs typeface="Arial"/>
              </a:defRPr>
            </a:lvl7pPr>
            <a:lvl8pPr>
              <a:defRPr sz="1950" b="0">
                <a:solidFill>
                  <a:srgbClr val="52625D"/>
                </a:solidFill>
                <a:latin typeface="Arial"/>
                <a:ea typeface="Arial"/>
                <a:cs typeface="Arial"/>
              </a:defRPr>
            </a:lvl8pPr>
            <a:lvl9pPr>
              <a:defRPr sz="1950" b="0">
                <a:solidFill>
                  <a:srgbClr val="52625D"/>
                </a:solidFill>
                <a:latin typeface="Arial"/>
                <a:ea typeface="Arial"/>
                <a:cs typeface="Arial"/>
              </a:defRPr>
            </a:lvl9pPr>
          </a:lstStyle>
          <a:p xmlns:a="http://schemas.openxmlformats.org/drawingml/2006/main">
            <a:pPr>
              <a:defRPr sz="1950" b="0">
                <a:solidFill>
                  <a:srgbClr val="52625D"/>
                </a:solidFill>
                <a:latin typeface="Arial"/>
                <a:ea typeface="Arial"/>
                <a:cs typeface="Arial"/>
              </a:defRPr>
            </a:pPr>
            <a:r>
              <a:rPr sz="1950" b="0">
                <a:solidFill>
                  <a:srgbClr val="52625D"/>
                </a:solidFill>
                <a:latin typeface="Arial"/>
                <a:ea typeface="Arial"/>
                <a:cs typeface="Arial"/>
              </a:rPr>
              <a:t>Человек выбирает назначение и следующий шаг в CRM.</a:t>
            </a:r>
          </a:p>
        </p:txBody>
      </p:sp>
    </p:spTree>
    <p:extLst>
      <p:ext uri="{BB962C8B-B14F-4D97-AF65-F5344CB8AC3E}">
        <p14:creationId xmlns:p14="http://schemas.microsoft.com/office/powerpoint/2010/main" val="1244278992"/>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23319DD2-65F8-4B63-8B83-33600805AB79}"/>
              </a:ext>
            </a:extLst>
          </p:cNvPr>
          <p:cNvSpPr>
            <a:spLocks xmlns:a="http://schemas.openxmlformats.org/drawingml/2006/main" noGrp="1"/>
          </p:cNvSpPr>
          <p:nvPr/>
        </p:nvSpPr>
        <p:spPr>
          <a:xfrm xmlns:a="http://schemas.openxmlformats.org/drawingml/2006/main">
            <a:off x="609600" y="533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92C2A"/>
                </a:solidFill>
                <a:latin typeface="Arial"/>
                <a:ea typeface="Arial"/>
                <a:cs typeface="Arial"/>
              </a:defRPr>
            </a:defPPr>
            <a:lvl1pPr>
              <a:defRPr sz="3225" b="1">
                <a:solidFill>
                  <a:srgbClr val="192C2A"/>
                </a:solidFill>
                <a:latin typeface="Arial"/>
                <a:ea typeface="Arial"/>
                <a:cs typeface="Arial"/>
              </a:defRPr>
            </a:lvl1pPr>
            <a:lvl2pPr>
              <a:defRPr sz="3225" b="1">
                <a:solidFill>
                  <a:srgbClr val="192C2A"/>
                </a:solidFill>
                <a:latin typeface="Arial"/>
                <a:ea typeface="Arial"/>
                <a:cs typeface="Arial"/>
              </a:defRPr>
            </a:lvl2pPr>
            <a:lvl3pPr>
              <a:defRPr sz="3225" b="1">
                <a:solidFill>
                  <a:srgbClr val="192C2A"/>
                </a:solidFill>
                <a:latin typeface="Arial"/>
                <a:ea typeface="Arial"/>
                <a:cs typeface="Arial"/>
              </a:defRPr>
            </a:lvl3pPr>
            <a:lvl4pPr>
              <a:defRPr sz="3225" b="1">
                <a:solidFill>
                  <a:srgbClr val="192C2A"/>
                </a:solidFill>
                <a:latin typeface="Arial"/>
                <a:ea typeface="Arial"/>
                <a:cs typeface="Arial"/>
              </a:defRPr>
            </a:lvl4pPr>
            <a:lvl5pPr>
              <a:defRPr sz="3225" b="1">
                <a:solidFill>
                  <a:srgbClr val="192C2A"/>
                </a:solidFill>
                <a:latin typeface="Arial"/>
                <a:ea typeface="Arial"/>
                <a:cs typeface="Arial"/>
              </a:defRPr>
            </a:lvl5pPr>
            <a:lvl6pPr>
              <a:defRPr sz="3225" b="1">
                <a:solidFill>
                  <a:srgbClr val="192C2A"/>
                </a:solidFill>
                <a:latin typeface="Arial"/>
                <a:ea typeface="Arial"/>
                <a:cs typeface="Arial"/>
              </a:defRPr>
            </a:lvl6pPr>
            <a:lvl7pPr>
              <a:defRPr sz="3225" b="1">
                <a:solidFill>
                  <a:srgbClr val="192C2A"/>
                </a:solidFill>
                <a:latin typeface="Arial"/>
                <a:ea typeface="Arial"/>
                <a:cs typeface="Arial"/>
              </a:defRPr>
            </a:lvl7pPr>
            <a:lvl8pPr>
              <a:defRPr sz="3225" b="1">
                <a:solidFill>
                  <a:srgbClr val="192C2A"/>
                </a:solidFill>
                <a:latin typeface="Arial"/>
                <a:ea typeface="Arial"/>
                <a:cs typeface="Arial"/>
              </a:defRPr>
            </a:lvl8pPr>
            <a:lvl9pPr>
              <a:defRPr sz="3225" b="1">
                <a:solidFill>
                  <a:srgbClr val="192C2A"/>
                </a:solidFill>
                <a:latin typeface="Arial"/>
                <a:ea typeface="Arial"/>
                <a:cs typeface="Arial"/>
              </a:defRPr>
            </a:lvl9pPr>
          </a:lstStyle>
          <a:p xmlns:a="http://schemas.openxmlformats.org/drawingml/2006/main">
            <a:pPr>
              <a:defRPr sz="3225" b="1">
                <a:solidFill>
                  <a:srgbClr val="192C2A"/>
                </a:solidFill>
                <a:latin typeface="Arial"/>
                <a:ea typeface="Arial"/>
                <a:cs typeface="Arial"/>
              </a:defRPr>
            </a:pPr>
            <a:r>
              <a:rPr sz="3225" b="1">
                <a:solidFill>
                  <a:srgbClr val="192C2A"/>
                </a:solidFill>
                <a:latin typeface="Arial"/>
                <a:ea typeface="Arial"/>
                <a:cs typeface="Arial"/>
              </a:rPr>
              <a:t>Сбор из настроенных источников</a:t>
            </a:r>
          </a:p>
        </p:txBody>
      </p:sp>
      <p:sp>
        <p:nvSpPr>
          <p:cNvPr id="2" name="subtitle">
            <a:extLst xmlns:a="http://schemas.openxmlformats.org/drawingml/2006/main">
              <a:ext uri="{FF2B5EF4-FFF2-40B4-BE49-F238E27FC236}">
                <a16:creationId xmlns:a16="http://schemas.microsoft.com/office/drawing/2014/main" id="{B49838B2-B890-443C-A345-76B85527048F}"/>
              </a:ext>
            </a:extLst>
          </p:cNvPr>
          <p:cNvSpPr>
            <a:spLocks xmlns:a="http://schemas.openxmlformats.org/drawingml/2006/main" noGrp="1"/>
          </p:cNvSpPr>
          <p:nvPr/>
        </p:nvSpPr>
        <p:spPr>
          <a:xfrm xmlns:a="http://schemas.openxmlformats.org/drawingml/2006/main">
            <a:off x="628650" y="146685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25D"/>
                </a:solidFill>
                <a:latin typeface="Arial"/>
                <a:ea typeface="Arial"/>
                <a:cs typeface="Arial"/>
              </a:defRPr>
            </a:defPPr>
            <a:lvl1pPr>
              <a:defRPr sz="1875" b="0">
                <a:solidFill>
                  <a:srgbClr val="52625D"/>
                </a:solidFill>
                <a:latin typeface="Arial"/>
                <a:ea typeface="Arial"/>
                <a:cs typeface="Arial"/>
              </a:defRPr>
            </a:lvl1pPr>
            <a:lvl2pPr>
              <a:defRPr sz="1875" b="0">
                <a:solidFill>
                  <a:srgbClr val="52625D"/>
                </a:solidFill>
                <a:latin typeface="Arial"/>
                <a:ea typeface="Arial"/>
                <a:cs typeface="Arial"/>
              </a:defRPr>
            </a:lvl2pPr>
            <a:lvl3pPr>
              <a:defRPr sz="1875" b="0">
                <a:solidFill>
                  <a:srgbClr val="52625D"/>
                </a:solidFill>
                <a:latin typeface="Arial"/>
                <a:ea typeface="Arial"/>
                <a:cs typeface="Arial"/>
              </a:defRPr>
            </a:lvl3pPr>
            <a:lvl4pPr>
              <a:defRPr sz="1875" b="0">
                <a:solidFill>
                  <a:srgbClr val="52625D"/>
                </a:solidFill>
                <a:latin typeface="Arial"/>
                <a:ea typeface="Arial"/>
                <a:cs typeface="Arial"/>
              </a:defRPr>
            </a:lvl4pPr>
            <a:lvl5pPr>
              <a:defRPr sz="1875" b="0">
                <a:solidFill>
                  <a:srgbClr val="52625D"/>
                </a:solidFill>
                <a:latin typeface="Arial"/>
                <a:ea typeface="Arial"/>
                <a:cs typeface="Arial"/>
              </a:defRPr>
            </a:lvl5pPr>
            <a:lvl6pPr>
              <a:defRPr sz="1875" b="0">
                <a:solidFill>
                  <a:srgbClr val="52625D"/>
                </a:solidFill>
                <a:latin typeface="Arial"/>
                <a:ea typeface="Arial"/>
                <a:cs typeface="Arial"/>
              </a:defRPr>
            </a:lvl6pPr>
            <a:lvl7pPr>
              <a:defRPr sz="1875" b="0">
                <a:solidFill>
                  <a:srgbClr val="52625D"/>
                </a:solidFill>
                <a:latin typeface="Arial"/>
                <a:ea typeface="Arial"/>
                <a:cs typeface="Arial"/>
              </a:defRPr>
            </a:lvl7pPr>
            <a:lvl8pPr>
              <a:defRPr sz="1875" b="0">
                <a:solidFill>
                  <a:srgbClr val="52625D"/>
                </a:solidFill>
                <a:latin typeface="Arial"/>
                <a:ea typeface="Arial"/>
                <a:cs typeface="Arial"/>
              </a:defRPr>
            </a:lvl8pPr>
            <a:lvl9pPr>
              <a:defRPr sz="1875" b="0">
                <a:solidFill>
                  <a:srgbClr val="52625D"/>
                </a:solidFill>
                <a:latin typeface="Arial"/>
                <a:ea typeface="Arial"/>
                <a:cs typeface="Arial"/>
              </a:defRPr>
            </a:lvl9pPr>
          </a:lstStyle>
          <a:p xmlns:a="http://schemas.openxmlformats.org/drawingml/2006/main">
            <a:pPr>
              <a:defRPr sz="1875" b="0">
                <a:solidFill>
                  <a:srgbClr val="52625D"/>
                </a:solidFill>
                <a:latin typeface="Arial"/>
                <a:ea typeface="Arial"/>
                <a:cs typeface="Arial"/>
              </a:defRPr>
            </a:pPr>
            <a:r>
              <a:rPr sz="1875" b="0">
                <a:solidFill>
                  <a:srgbClr val="52625D"/>
                </a:solidFill>
                <a:latin typeface="Arial"/>
                <a:ea typeface="Arial"/>
                <a:cs typeface="Arial"/>
              </a:rPr>
              <a:t>Адаптеры приводят объявления к единой карточке JobRecord</a:t>
            </a:r>
          </a:p>
        </p:txBody>
      </p:sp>
      <p:sp>
        <p:nvSpPr>
          <p:cNvPr id="3" name="slide-number">
            <a:extLst xmlns:a="http://schemas.openxmlformats.org/drawingml/2006/main">
              <a:ext uri="{FF2B5EF4-FFF2-40B4-BE49-F238E27FC236}">
                <a16:creationId xmlns:a16="http://schemas.microsoft.com/office/drawing/2014/main" id="{98C40D7A-A3AC-4FB6-93E2-0FD2C2B8AF10}"/>
              </a:ext>
            </a:extLst>
          </p:cNvPr>
          <p:cNvSpPr>
            <a:spLocks xmlns:a="http://schemas.openxmlformats.org/drawingml/2006/main" noGrp="1"/>
          </p:cNvSpPr>
          <p:nvPr/>
        </p:nvSpPr>
        <p:spPr>
          <a:xfrm xmlns:a="http://schemas.openxmlformats.org/drawingml/2006/main">
            <a:off x="11239500"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25D"/>
                </a:solidFill>
                <a:latin typeface="Arial"/>
                <a:ea typeface="Arial"/>
                <a:cs typeface="Arial"/>
              </a:defRPr>
            </a:defPPr>
            <a:lvl1pPr>
              <a:defRPr sz="1350" b="0">
                <a:solidFill>
                  <a:srgbClr val="52625D"/>
                </a:solidFill>
                <a:latin typeface="Arial"/>
                <a:ea typeface="Arial"/>
                <a:cs typeface="Arial"/>
              </a:defRPr>
            </a:lvl1pPr>
            <a:lvl2pPr>
              <a:defRPr sz="1350" b="0">
                <a:solidFill>
                  <a:srgbClr val="52625D"/>
                </a:solidFill>
                <a:latin typeface="Arial"/>
                <a:ea typeface="Arial"/>
                <a:cs typeface="Arial"/>
              </a:defRPr>
            </a:lvl2pPr>
            <a:lvl3pPr>
              <a:defRPr sz="1350" b="0">
                <a:solidFill>
                  <a:srgbClr val="52625D"/>
                </a:solidFill>
                <a:latin typeface="Arial"/>
                <a:ea typeface="Arial"/>
                <a:cs typeface="Arial"/>
              </a:defRPr>
            </a:lvl3pPr>
            <a:lvl4pPr>
              <a:defRPr sz="1350" b="0">
                <a:solidFill>
                  <a:srgbClr val="52625D"/>
                </a:solidFill>
                <a:latin typeface="Arial"/>
                <a:ea typeface="Arial"/>
                <a:cs typeface="Arial"/>
              </a:defRPr>
            </a:lvl4pPr>
            <a:lvl5pPr>
              <a:defRPr sz="1350" b="0">
                <a:solidFill>
                  <a:srgbClr val="52625D"/>
                </a:solidFill>
                <a:latin typeface="Arial"/>
                <a:ea typeface="Arial"/>
                <a:cs typeface="Arial"/>
              </a:defRPr>
            </a:lvl5pPr>
            <a:lvl6pPr>
              <a:defRPr sz="1350" b="0">
                <a:solidFill>
                  <a:srgbClr val="52625D"/>
                </a:solidFill>
                <a:latin typeface="Arial"/>
                <a:ea typeface="Arial"/>
                <a:cs typeface="Arial"/>
              </a:defRPr>
            </a:lvl6pPr>
            <a:lvl7pPr>
              <a:defRPr sz="1350" b="0">
                <a:solidFill>
                  <a:srgbClr val="52625D"/>
                </a:solidFill>
                <a:latin typeface="Arial"/>
                <a:ea typeface="Arial"/>
                <a:cs typeface="Arial"/>
              </a:defRPr>
            </a:lvl7pPr>
            <a:lvl8pPr>
              <a:defRPr sz="1350" b="0">
                <a:solidFill>
                  <a:srgbClr val="52625D"/>
                </a:solidFill>
                <a:latin typeface="Arial"/>
                <a:ea typeface="Arial"/>
                <a:cs typeface="Arial"/>
              </a:defRPr>
            </a:lvl8pPr>
            <a:lvl9pPr>
              <a:defRPr sz="1350" b="0">
                <a:solidFill>
                  <a:srgbClr val="52625D"/>
                </a:solidFill>
                <a:latin typeface="Arial"/>
                <a:ea typeface="Arial"/>
                <a:cs typeface="Arial"/>
              </a:defRPr>
            </a:lvl9pPr>
          </a:lstStyle>
          <a:p xmlns:a="http://schemas.openxmlformats.org/drawingml/2006/main">
            <a:pPr>
              <a:defRPr sz="1350" b="0">
                <a:solidFill>
                  <a:srgbClr val="52625D"/>
                </a:solidFill>
                <a:latin typeface="Arial"/>
                <a:ea typeface="Arial"/>
                <a:cs typeface="Arial"/>
              </a:defRPr>
            </a:pPr>
            <a:r>
              <a:rPr sz="1350" b="0">
                <a:solidFill>
                  <a:srgbClr val="52625D"/>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77B04575-1908-4ECF-9EB7-1DB46CD5CD36}"/>
              </a:ext>
            </a:extLst>
          </p:cNvPr>
          <p:cNvGraphicFramePr/>
          <p:nvPr/>
        </p:nvGraphicFramePr>
        <p:xfrm>
          <a:off xmlns:a="http://schemas.openxmlformats.org/drawingml/2006/main" x="609600" y="2266950"/>
          <a:ext xmlns:a="http://schemas.openxmlformats.org/drawingml/2006/main" cx="10972800" cy="3381375"/>
        </p:xfrm>
        <a:graphic xmlns:a="http://schemas.openxmlformats.org/drawingml/2006/main">
          <a:graphicData uri="http://schemas.openxmlformats.org/drawingml/2006/table">
            <a:tbl>
              <a:tblPr firstRow="0" firstCol="0" bandRow="0"/>
              <a:tblGrid>
                <a:gridCol w="2619375"/>
                <a:gridCol w="4191000"/>
                <a:gridCol w="4162425"/>
              </a:tblGrid>
              <a:tr h="676275">
                <a:tc>
                  <a:txBody>
                    <a:bodyPr/>
                    <a:lstStyle/>
                    <a:p>
                      <a:r>
                        <a:rPr sz="1800" b="1">
                          <a:solidFill>
                            <a:srgbClr val="F5F1E8"/>
                          </a:solidFill>
                          <a:latin typeface="Arial"/>
                          <a:ea typeface="Arial"/>
                          <a:cs typeface="Arial"/>
                        </a:rPr>
                        <a:t>Источник</a:t>
                      </a:r>
                    </a:p>
                  </a:txBody>
                  <a:tcPr marL="152400" marR="152400" marT="76200" marB="57150">
                    <a:lnL w="9525">
                      <a:solidFill>
                        <a:srgbClr val="D3D7CF"/>
                      </a:solidFill>
                      <a:prstDash val="solid"/>
                    </a:lnL>
                    <a:lnR w="9525">
                      <a:solidFill>
                        <a:srgbClr val="D3D7CF"/>
                      </a:solidFill>
                      <a:prstDash val="solid"/>
                    </a:lnR>
                    <a:lnT w="9525">
                      <a:solidFill>
                        <a:srgbClr val="D3D7CF"/>
                      </a:solidFill>
                      <a:prstDash val="solid"/>
                    </a:lnT>
                    <a:lnB w="9525">
                      <a:solidFill>
                        <a:srgbClr val="D3D7CF"/>
                      </a:solidFill>
                      <a:prstDash val="solid"/>
                    </a:lnB>
                    <a:solidFill>
                      <a:srgbClr val="19665B"/>
                    </a:solidFill>
                  </a:tcPr>
                </a:tc>
                <a:tc>
                  <a:txBody>
                    <a:bodyPr/>
                    <a:lstStyle/>
                    <a:p>
                      <a:r>
                        <a:rPr sz="1800" b="1">
                          <a:solidFill>
                            <a:srgbClr val="F5F1E8"/>
                          </a:solidFill>
                          <a:latin typeface="Arial"/>
                          <a:ea typeface="Arial"/>
                          <a:cs typeface="Arial"/>
                        </a:rPr>
                        <a:t>Что получает система</a:t>
                      </a:r>
                    </a:p>
                  </a:txBody>
                  <a:tcPr marL="152400" marR="152400" marT="76200" marB="57150">
                    <a:lnR w="9525">
                      <a:solidFill>
                        <a:srgbClr val="D3D7CF"/>
                      </a:solidFill>
                      <a:prstDash val="solid"/>
                    </a:lnR>
                    <a:lnT w="9525">
                      <a:solidFill>
                        <a:srgbClr val="D3D7CF"/>
                      </a:solidFill>
                      <a:prstDash val="solid"/>
                    </a:lnT>
                    <a:lnB w="9525">
                      <a:solidFill>
                        <a:srgbClr val="D3D7CF"/>
                      </a:solidFill>
                      <a:prstDash val="solid"/>
                    </a:lnB>
                    <a:solidFill>
                      <a:srgbClr val="19665B"/>
                    </a:solidFill>
                  </a:tcPr>
                </a:tc>
                <a:tc>
                  <a:txBody>
                    <a:bodyPr/>
                    <a:lstStyle/>
                    <a:p>
                      <a:r>
                        <a:rPr sz="1800" b="1">
                          <a:solidFill>
                            <a:srgbClr val="F5F1E8"/>
                          </a:solidFill>
                          <a:latin typeface="Arial"/>
                          <a:ea typeface="Arial"/>
                          <a:cs typeface="Arial"/>
                        </a:rPr>
                        <a:t>Текущее включение</a:t>
                      </a:r>
                    </a:p>
                  </a:txBody>
                  <a:tcPr marL="152400" marR="152400" marT="76200" marB="57150">
                    <a:lnR w="9525">
                      <a:solidFill>
                        <a:srgbClr val="D3D7CF"/>
                      </a:solidFill>
                      <a:prstDash val="solid"/>
                    </a:lnR>
                    <a:lnT w="9525">
                      <a:solidFill>
                        <a:srgbClr val="D3D7CF"/>
                      </a:solidFill>
                      <a:prstDash val="solid"/>
                    </a:lnT>
                    <a:lnB w="9525">
                      <a:solidFill>
                        <a:srgbClr val="D3D7CF"/>
                      </a:solidFill>
                      <a:prstDash val="solid"/>
                    </a:lnB>
                    <a:solidFill>
                      <a:srgbClr val="19665B"/>
                    </a:solidFill>
                  </a:tcPr>
                </a:tc>
              </a:tr>
              <a:tr h="676275">
                <a:tc>
                  <a:txBody>
                    <a:bodyPr/>
                    <a:lstStyle/>
                    <a:p>
                      <a:r>
                        <a:rPr sz="1800">
                          <a:solidFill>
                            <a:srgbClr val="192C2A"/>
                          </a:solidFill>
                          <a:latin typeface="Arial"/>
                          <a:ea typeface="Arial"/>
                          <a:cs typeface="Arial"/>
                        </a:rPr>
                        <a:t>DailyRemote</a:t>
                      </a:r>
                    </a:p>
                  </a:txBody>
                  <a:tcPr marL="152400" marR="152400" marT="76200" marB="57150">
                    <a:lnL w="9525">
                      <a:solidFill>
                        <a:srgbClr val="D3D7CF"/>
                      </a:solidFill>
                      <a:prstDash val="solid"/>
                    </a:lnL>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Поиск и описания вакансий</a:t>
                      </a:r>
                    </a:p>
                  </a:txBody>
                  <a:tcPr marL="152400" marR="152400" marT="76200" marB="57150">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Включён, нужна авторизация</a:t>
                      </a:r>
                    </a:p>
                  </a:txBody>
                  <a:tcPr marL="152400" marR="152400" marT="76200" marB="57150">
                    <a:lnR w="9525">
                      <a:solidFill>
                        <a:srgbClr val="D3D7CF"/>
                      </a:solidFill>
                      <a:prstDash val="solid"/>
                    </a:lnR>
                    <a:lnB w="9525">
                      <a:solidFill>
                        <a:srgbClr val="D3D7CF"/>
                      </a:solidFill>
                      <a:prstDash val="solid"/>
                    </a:lnB>
                    <a:solidFill>
                      <a:srgbClr val="F5F1E8"/>
                    </a:solidFill>
                  </a:tcPr>
                </a:tc>
              </a:tr>
              <a:tr h="676275">
                <a:tc>
                  <a:txBody>
                    <a:bodyPr/>
                    <a:lstStyle/>
                    <a:p>
                      <a:r>
                        <a:rPr sz="1800">
                          <a:solidFill>
                            <a:srgbClr val="192C2A"/>
                          </a:solidFill>
                          <a:latin typeface="Arial"/>
                          <a:ea typeface="Arial"/>
                          <a:cs typeface="Arial"/>
                        </a:rPr>
                        <a:t>Company watchlist</a:t>
                      </a:r>
                    </a:p>
                  </a:txBody>
                  <a:tcPr marL="152400" marR="152400" marT="76200" marB="57150">
                    <a:lnL w="9525">
                      <a:solidFill>
                        <a:srgbClr val="D3D7CF"/>
                      </a:solidFill>
                      <a:prstDash val="solid"/>
                    </a:lnL>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Доски выбранных компаний</a:t>
                      </a:r>
                    </a:p>
                  </a:txBody>
                  <a:tcPr marL="152400" marR="152400" marT="76200" marB="57150">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Включена</a:t>
                      </a:r>
                    </a:p>
                  </a:txBody>
                  <a:tcPr marL="152400" marR="152400" marT="76200" marB="57150">
                    <a:lnR w="9525">
                      <a:solidFill>
                        <a:srgbClr val="D3D7CF"/>
                      </a:solidFill>
                      <a:prstDash val="solid"/>
                    </a:lnR>
                    <a:lnB w="9525">
                      <a:solidFill>
                        <a:srgbClr val="D3D7CF"/>
                      </a:solidFill>
                      <a:prstDash val="solid"/>
                    </a:lnB>
                    <a:solidFill>
                      <a:srgbClr val="F5F1E8"/>
                    </a:solidFill>
                  </a:tcPr>
                </a:tc>
              </a:tr>
              <a:tr h="676275">
                <a:tc>
                  <a:txBody>
                    <a:bodyPr/>
                    <a:lstStyle/>
                    <a:p>
                      <a:r>
                        <a:rPr sz="1800">
                          <a:solidFill>
                            <a:srgbClr val="192C2A"/>
                          </a:solidFill>
                          <a:latin typeface="Arial"/>
                          <a:ea typeface="Arial"/>
                          <a:cs typeface="Arial"/>
                        </a:rPr>
                        <a:t>Публичные ATS</a:t>
                      </a:r>
                    </a:p>
                  </a:txBody>
                  <a:tcPr marL="152400" marR="152400" marT="76200" marB="57150">
                    <a:lnL w="9525">
                      <a:solidFill>
                        <a:srgbClr val="D3D7CF"/>
                      </a:solidFill>
                      <a:prstDash val="solid"/>
                    </a:lnL>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Greenhouse, Ashby, Lever</a:t>
                      </a:r>
                    </a:p>
                  </a:txBody>
                  <a:tcPr marL="152400" marR="152400" marT="76200" marB="57150">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Через настроенные источники</a:t>
                      </a:r>
                    </a:p>
                  </a:txBody>
                  <a:tcPr marL="152400" marR="152400" marT="76200" marB="57150">
                    <a:lnR w="9525">
                      <a:solidFill>
                        <a:srgbClr val="D3D7CF"/>
                      </a:solidFill>
                      <a:prstDash val="solid"/>
                    </a:lnR>
                    <a:lnB w="9525">
                      <a:solidFill>
                        <a:srgbClr val="D3D7CF"/>
                      </a:solidFill>
                      <a:prstDash val="solid"/>
                    </a:lnB>
                    <a:solidFill>
                      <a:srgbClr val="F5F1E8"/>
                    </a:solidFill>
                  </a:tcPr>
                </a:tc>
              </a:tr>
              <a:tr h="676275">
                <a:tc>
                  <a:txBody>
                    <a:bodyPr/>
                    <a:lstStyle/>
                    <a:p>
                      <a:r>
                        <a:rPr sz="1800">
                          <a:solidFill>
                            <a:srgbClr val="192C2A"/>
                          </a:solidFill>
                          <a:latin typeface="Arial"/>
                          <a:ea typeface="Arial"/>
                          <a:cs typeface="Arial"/>
                        </a:rPr>
                        <a:t>Письма и HTML</a:t>
                      </a:r>
                    </a:p>
                  </a:txBody>
                  <a:tcPr marL="152400" marR="152400" marT="76200" marB="57150">
                    <a:lnL w="9525">
                      <a:solidFill>
                        <a:srgbClr val="D3D7CF"/>
                      </a:solidFill>
                      <a:prstDash val="solid"/>
                    </a:lnL>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.eml, Gmail snapshot, HTML</a:t>
                      </a:r>
                    </a:p>
                  </a:txBody>
                  <a:tcPr marL="152400" marR="152400" marT="76200" marB="57150">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Выключены по умолчанию</a:t>
                      </a:r>
                    </a:p>
                  </a:txBody>
                  <a:tcPr marL="152400" marR="152400" marT="76200" marB="57150">
                    <a:lnR w="9525">
                      <a:solidFill>
                        <a:srgbClr val="D3D7CF"/>
                      </a:solidFill>
                      <a:prstDash val="solid"/>
                    </a:lnR>
                    <a:lnB w="9525">
                      <a:solidFill>
                        <a:srgbClr val="D3D7CF"/>
                      </a:solidFill>
                      <a:prstDash val="solid"/>
                    </a:lnB>
                    <a:solidFill>
                      <a:srgbClr val="F5F1E8"/>
                    </a:solidFill>
                  </a:tcPr>
                </a:tc>
              </a:tr>
            </a:tbl>
          </a:graphicData>
        </a:graphic>
      </p:graphicFrame>
      <p:sp>
        <p:nvSpPr>
          <p:cNvPr id="5" name="text">
            <a:extLst xmlns:a="http://schemas.openxmlformats.org/drawingml/2006/main">
              <a:ext uri="{FF2B5EF4-FFF2-40B4-BE49-F238E27FC236}">
                <a16:creationId xmlns:a16="http://schemas.microsoft.com/office/drawing/2014/main" id="{B6B838DC-C46A-4816-AF48-34CB6AC7B3E4}"/>
              </a:ext>
            </a:extLst>
          </p:cNvPr>
          <p:cNvSpPr>
            <a:spLocks xmlns:a="http://schemas.openxmlformats.org/drawingml/2006/main" noGrp="1"/>
          </p:cNvSpPr>
          <p:nvPr/>
        </p:nvSpPr>
        <p:spPr>
          <a:xfrm xmlns:a="http://schemas.openxmlformats.org/drawingml/2006/main">
            <a:off x="628650" y="58483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25D"/>
                </a:solidFill>
                <a:latin typeface="Arial"/>
                <a:ea typeface="Arial"/>
                <a:cs typeface="Arial"/>
              </a:defRPr>
            </a:defPPr>
            <a:lvl1pPr>
              <a:defRPr sz="1800" b="0">
                <a:solidFill>
                  <a:srgbClr val="52625D"/>
                </a:solidFill>
                <a:latin typeface="Arial"/>
                <a:ea typeface="Arial"/>
                <a:cs typeface="Arial"/>
              </a:defRPr>
            </a:lvl1pPr>
            <a:lvl2pPr>
              <a:defRPr sz="1800" b="0">
                <a:solidFill>
                  <a:srgbClr val="52625D"/>
                </a:solidFill>
                <a:latin typeface="Arial"/>
                <a:ea typeface="Arial"/>
                <a:cs typeface="Arial"/>
              </a:defRPr>
            </a:lvl2pPr>
            <a:lvl3pPr>
              <a:defRPr sz="1800" b="0">
                <a:solidFill>
                  <a:srgbClr val="52625D"/>
                </a:solidFill>
                <a:latin typeface="Arial"/>
                <a:ea typeface="Arial"/>
                <a:cs typeface="Arial"/>
              </a:defRPr>
            </a:lvl3pPr>
            <a:lvl4pPr>
              <a:defRPr sz="1800" b="0">
                <a:solidFill>
                  <a:srgbClr val="52625D"/>
                </a:solidFill>
                <a:latin typeface="Arial"/>
                <a:ea typeface="Arial"/>
                <a:cs typeface="Arial"/>
              </a:defRPr>
            </a:lvl4pPr>
            <a:lvl5pPr>
              <a:defRPr sz="1800" b="0">
                <a:solidFill>
                  <a:srgbClr val="52625D"/>
                </a:solidFill>
                <a:latin typeface="Arial"/>
                <a:ea typeface="Arial"/>
                <a:cs typeface="Arial"/>
              </a:defRPr>
            </a:lvl5pPr>
            <a:lvl6pPr>
              <a:defRPr sz="1800" b="0">
                <a:solidFill>
                  <a:srgbClr val="52625D"/>
                </a:solidFill>
                <a:latin typeface="Arial"/>
                <a:ea typeface="Arial"/>
                <a:cs typeface="Arial"/>
              </a:defRPr>
            </a:lvl6pPr>
            <a:lvl7pPr>
              <a:defRPr sz="1800" b="0">
                <a:solidFill>
                  <a:srgbClr val="52625D"/>
                </a:solidFill>
                <a:latin typeface="Arial"/>
                <a:ea typeface="Arial"/>
                <a:cs typeface="Arial"/>
              </a:defRPr>
            </a:lvl7pPr>
            <a:lvl8pPr>
              <a:defRPr sz="1800" b="0">
                <a:solidFill>
                  <a:srgbClr val="52625D"/>
                </a:solidFill>
                <a:latin typeface="Arial"/>
                <a:ea typeface="Arial"/>
                <a:cs typeface="Arial"/>
              </a:defRPr>
            </a:lvl8pPr>
            <a:lvl9pPr>
              <a:defRPr sz="1800" b="0">
                <a:solidFill>
                  <a:srgbClr val="52625D"/>
                </a:solidFill>
                <a:latin typeface="Arial"/>
                <a:ea typeface="Arial"/>
                <a:cs typeface="Arial"/>
              </a:defRPr>
            </a:lvl9pPr>
          </a:lstStyle>
          <a:p xmlns:a="http://schemas.openxmlformats.org/drawingml/2006/main">
            <a:pPr>
              <a:defRPr sz="1800" b="0">
                <a:solidFill>
                  <a:srgbClr val="52625D"/>
                </a:solidFill>
                <a:latin typeface="Arial"/>
                <a:ea typeface="Arial"/>
                <a:cs typeface="Arial"/>
              </a:defRPr>
            </a:pPr>
            <a:r>
              <a:rPr sz="1800" b="0">
                <a:solidFill>
                  <a:srgbClr val="52625D"/>
                </a:solidFill>
                <a:latin typeface="Arial"/>
                <a:ea typeface="Arial"/>
                <a:cs typeface="Arial"/>
              </a:rPr>
              <a:t>Сбор запускается вручную. Лимиты текущего DailyRemote: одна страница</a:t>
            </a:r>
          </a:p>
          <a:p xmlns:a="http://schemas.openxmlformats.org/drawingml/2006/main">
            <a:pPr>
              <a:defRPr sz="1800" b="0">
                <a:solidFill>
                  <a:srgbClr val="52625D"/>
                </a:solidFill>
                <a:latin typeface="Arial"/>
                <a:ea typeface="Arial"/>
                <a:cs typeface="Arial"/>
              </a:defRPr>
            </a:pPr>
            <a:r>
              <a:rPr sz="1800" b="0">
                <a:solidFill>
                  <a:srgbClr val="52625D"/>
                </a:solidFill>
                <a:latin typeface="Arial"/>
                <a:ea typeface="Arial"/>
                <a:cs typeface="Arial"/>
              </a:rPr>
              <a:t>на запрос и до 40 загрузок деталей. Это ограничивает охват.</a:t>
            </a:r>
          </a:p>
        </p:txBody>
      </p:sp>
    </p:spTree>
    <p:extLst>
      <p:ext uri="{BB962C8B-B14F-4D97-AF65-F5344CB8AC3E}">
        <p14:creationId xmlns:p14="http://schemas.microsoft.com/office/powerpoint/2010/main" val="1499142596"/>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E493F122-11E7-4D5E-899A-EA311977212B}"/>
              </a:ext>
            </a:extLst>
          </p:cNvPr>
          <p:cNvSpPr>
            <a:spLocks xmlns:a="http://schemas.openxmlformats.org/drawingml/2006/main" noGrp="1"/>
          </p:cNvSpPr>
          <p:nvPr/>
        </p:nvSpPr>
        <p:spPr>
          <a:xfrm xmlns:a="http://schemas.openxmlformats.org/drawingml/2006/main">
            <a:off x="609600" y="533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92C2A"/>
                </a:solidFill>
                <a:latin typeface="Arial"/>
                <a:ea typeface="Arial"/>
                <a:cs typeface="Arial"/>
              </a:defRPr>
            </a:defPPr>
            <a:lvl1pPr>
              <a:defRPr sz="3225" b="1">
                <a:solidFill>
                  <a:srgbClr val="192C2A"/>
                </a:solidFill>
                <a:latin typeface="Arial"/>
                <a:ea typeface="Arial"/>
                <a:cs typeface="Arial"/>
              </a:defRPr>
            </a:lvl1pPr>
            <a:lvl2pPr>
              <a:defRPr sz="3225" b="1">
                <a:solidFill>
                  <a:srgbClr val="192C2A"/>
                </a:solidFill>
                <a:latin typeface="Arial"/>
                <a:ea typeface="Arial"/>
                <a:cs typeface="Arial"/>
              </a:defRPr>
            </a:lvl2pPr>
            <a:lvl3pPr>
              <a:defRPr sz="3225" b="1">
                <a:solidFill>
                  <a:srgbClr val="192C2A"/>
                </a:solidFill>
                <a:latin typeface="Arial"/>
                <a:ea typeface="Arial"/>
                <a:cs typeface="Arial"/>
              </a:defRPr>
            </a:lvl3pPr>
            <a:lvl4pPr>
              <a:defRPr sz="3225" b="1">
                <a:solidFill>
                  <a:srgbClr val="192C2A"/>
                </a:solidFill>
                <a:latin typeface="Arial"/>
                <a:ea typeface="Arial"/>
                <a:cs typeface="Arial"/>
              </a:defRPr>
            </a:lvl4pPr>
            <a:lvl5pPr>
              <a:defRPr sz="3225" b="1">
                <a:solidFill>
                  <a:srgbClr val="192C2A"/>
                </a:solidFill>
                <a:latin typeface="Arial"/>
                <a:ea typeface="Arial"/>
                <a:cs typeface="Arial"/>
              </a:defRPr>
            </a:lvl5pPr>
            <a:lvl6pPr>
              <a:defRPr sz="3225" b="1">
                <a:solidFill>
                  <a:srgbClr val="192C2A"/>
                </a:solidFill>
                <a:latin typeface="Arial"/>
                <a:ea typeface="Arial"/>
                <a:cs typeface="Arial"/>
              </a:defRPr>
            </a:lvl6pPr>
            <a:lvl7pPr>
              <a:defRPr sz="3225" b="1">
                <a:solidFill>
                  <a:srgbClr val="192C2A"/>
                </a:solidFill>
                <a:latin typeface="Arial"/>
                <a:ea typeface="Arial"/>
                <a:cs typeface="Arial"/>
              </a:defRPr>
            </a:lvl7pPr>
            <a:lvl8pPr>
              <a:defRPr sz="3225" b="1">
                <a:solidFill>
                  <a:srgbClr val="192C2A"/>
                </a:solidFill>
                <a:latin typeface="Arial"/>
                <a:ea typeface="Arial"/>
                <a:cs typeface="Arial"/>
              </a:defRPr>
            </a:lvl8pPr>
            <a:lvl9pPr>
              <a:defRPr sz="3225" b="1">
                <a:solidFill>
                  <a:srgbClr val="192C2A"/>
                </a:solidFill>
                <a:latin typeface="Arial"/>
                <a:ea typeface="Arial"/>
                <a:cs typeface="Arial"/>
              </a:defRPr>
            </a:lvl9pPr>
          </a:lstStyle>
          <a:p xmlns:a="http://schemas.openxmlformats.org/drawingml/2006/main">
            <a:pPr>
              <a:defRPr sz="3225" b="1">
                <a:solidFill>
                  <a:srgbClr val="192C2A"/>
                </a:solidFill>
                <a:latin typeface="Arial"/>
                <a:ea typeface="Arial"/>
                <a:cs typeface="Arial"/>
              </a:defRPr>
            </a:pPr>
            <a:r>
              <a:rPr sz="3225" b="1">
                <a:solidFill>
                  <a:srgbClr val="192C2A"/>
                </a:solidFill>
                <a:latin typeface="Arial"/>
                <a:ea typeface="Arial"/>
                <a:cs typeface="Arial"/>
              </a:rPr>
              <a:t>Исходный текст и связи карточки</a:t>
            </a:r>
          </a:p>
        </p:txBody>
      </p:sp>
      <p:sp>
        <p:nvSpPr>
          <p:cNvPr id="2" name="subtitle">
            <a:extLst xmlns:a="http://schemas.openxmlformats.org/drawingml/2006/main">
              <a:ext uri="{FF2B5EF4-FFF2-40B4-BE49-F238E27FC236}">
                <a16:creationId xmlns:a16="http://schemas.microsoft.com/office/drawing/2014/main" id="{2BEE6396-E1F1-4621-9990-4795FCC36752}"/>
              </a:ext>
            </a:extLst>
          </p:cNvPr>
          <p:cNvSpPr>
            <a:spLocks xmlns:a="http://schemas.openxmlformats.org/drawingml/2006/main" noGrp="1"/>
          </p:cNvSpPr>
          <p:nvPr/>
        </p:nvSpPr>
        <p:spPr>
          <a:xfrm xmlns:a="http://schemas.openxmlformats.org/drawingml/2006/main">
            <a:off x="628650" y="146685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25D"/>
                </a:solidFill>
                <a:latin typeface="Arial"/>
                <a:ea typeface="Arial"/>
                <a:cs typeface="Arial"/>
              </a:defRPr>
            </a:defPPr>
            <a:lvl1pPr>
              <a:defRPr sz="1875" b="0">
                <a:solidFill>
                  <a:srgbClr val="52625D"/>
                </a:solidFill>
                <a:latin typeface="Arial"/>
                <a:ea typeface="Arial"/>
                <a:cs typeface="Arial"/>
              </a:defRPr>
            </a:lvl1pPr>
            <a:lvl2pPr>
              <a:defRPr sz="1875" b="0">
                <a:solidFill>
                  <a:srgbClr val="52625D"/>
                </a:solidFill>
                <a:latin typeface="Arial"/>
                <a:ea typeface="Arial"/>
                <a:cs typeface="Arial"/>
              </a:defRPr>
            </a:lvl2pPr>
            <a:lvl3pPr>
              <a:defRPr sz="1875" b="0">
                <a:solidFill>
                  <a:srgbClr val="52625D"/>
                </a:solidFill>
                <a:latin typeface="Arial"/>
                <a:ea typeface="Arial"/>
                <a:cs typeface="Arial"/>
              </a:defRPr>
            </a:lvl3pPr>
            <a:lvl4pPr>
              <a:defRPr sz="1875" b="0">
                <a:solidFill>
                  <a:srgbClr val="52625D"/>
                </a:solidFill>
                <a:latin typeface="Arial"/>
                <a:ea typeface="Arial"/>
                <a:cs typeface="Arial"/>
              </a:defRPr>
            </a:lvl4pPr>
            <a:lvl5pPr>
              <a:defRPr sz="1875" b="0">
                <a:solidFill>
                  <a:srgbClr val="52625D"/>
                </a:solidFill>
                <a:latin typeface="Arial"/>
                <a:ea typeface="Arial"/>
                <a:cs typeface="Arial"/>
              </a:defRPr>
            </a:lvl5pPr>
            <a:lvl6pPr>
              <a:defRPr sz="1875" b="0">
                <a:solidFill>
                  <a:srgbClr val="52625D"/>
                </a:solidFill>
                <a:latin typeface="Arial"/>
                <a:ea typeface="Arial"/>
                <a:cs typeface="Arial"/>
              </a:defRPr>
            </a:lvl6pPr>
            <a:lvl7pPr>
              <a:defRPr sz="1875" b="0">
                <a:solidFill>
                  <a:srgbClr val="52625D"/>
                </a:solidFill>
                <a:latin typeface="Arial"/>
                <a:ea typeface="Arial"/>
                <a:cs typeface="Arial"/>
              </a:defRPr>
            </a:lvl7pPr>
            <a:lvl8pPr>
              <a:defRPr sz="1875" b="0">
                <a:solidFill>
                  <a:srgbClr val="52625D"/>
                </a:solidFill>
                <a:latin typeface="Arial"/>
                <a:ea typeface="Arial"/>
                <a:cs typeface="Arial"/>
              </a:defRPr>
            </a:lvl8pPr>
            <a:lvl9pPr>
              <a:defRPr sz="1875" b="0">
                <a:solidFill>
                  <a:srgbClr val="52625D"/>
                </a:solidFill>
                <a:latin typeface="Arial"/>
                <a:ea typeface="Arial"/>
                <a:cs typeface="Arial"/>
              </a:defRPr>
            </a:lvl9pPr>
          </a:lstStyle>
          <a:p xmlns:a="http://schemas.openxmlformats.org/drawingml/2006/main">
            <a:pPr>
              <a:defRPr sz="1875" b="0">
                <a:solidFill>
                  <a:srgbClr val="52625D"/>
                </a:solidFill>
                <a:latin typeface="Arial"/>
                <a:ea typeface="Arial"/>
                <a:cs typeface="Arial"/>
              </a:defRPr>
            </a:pPr>
            <a:r>
              <a:rPr sz="1875" b="0">
                <a:solidFill>
                  <a:srgbClr val="52625D"/>
                </a:solidFill>
                <a:latin typeface="Arial"/>
                <a:ea typeface="Arial"/>
                <a:cs typeface="Arial"/>
              </a:rPr>
              <a:t>Описание, условия и история загрузки нужны для проверки любого решения</a:t>
            </a:r>
          </a:p>
        </p:txBody>
      </p:sp>
      <p:sp>
        <p:nvSpPr>
          <p:cNvPr id="3" name="slide-number">
            <a:extLst xmlns:a="http://schemas.openxmlformats.org/drawingml/2006/main">
              <a:ext uri="{FF2B5EF4-FFF2-40B4-BE49-F238E27FC236}">
                <a16:creationId xmlns:a16="http://schemas.microsoft.com/office/drawing/2014/main" id="{1ED83F9F-93E5-45A9-B7C8-BFBB6A595763}"/>
              </a:ext>
            </a:extLst>
          </p:cNvPr>
          <p:cNvSpPr>
            <a:spLocks xmlns:a="http://schemas.openxmlformats.org/drawingml/2006/main" noGrp="1"/>
          </p:cNvSpPr>
          <p:nvPr/>
        </p:nvSpPr>
        <p:spPr>
          <a:xfrm xmlns:a="http://schemas.openxmlformats.org/drawingml/2006/main">
            <a:off x="11239500"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25D"/>
                </a:solidFill>
                <a:latin typeface="Arial"/>
                <a:ea typeface="Arial"/>
                <a:cs typeface="Arial"/>
              </a:defRPr>
            </a:defPPr>
            <a:lvl1pPr>
              <a:defRPr sz="1350" b="0">
                <a:solidFill>
                  <a:srgbClr val="52625D"/>
                </a:solidFill>
                <a:latin typeface="Arial"/>
                <a:ea typeface="Arial"/>
                <a:cs typeface="Arial"/>
              </a:defRPr>
            </a:lvl1pPr>
            <a:lvl2pPr>
              <a:defRPr sz="1350" b="0">
                <a:solidFill>
                  <a:srgbClr val="52625D"/>
                </a:solidFill>
                <a:latin typeface="Arial"/>
                <a:ea typeface="Arial"/>
                <a:cs typeface="Arial"/>
              </a:defRPr>
            </a:lvl2pPr>
            <a:lvl3pPr>
              <a:defRPr sz="1350" b="0">
                <a:solidFill>
                  <a:srgbClr val="52625D"/>
                </a:solidFill>
                <a:latin typeface="Arial"/>
                <a:ea typeface="Arial"/>
                <a:cs typeface="Arial"/>
              </a:defRPr>
            </a:lvl3pPr>
            <a:lvl4pPr>
              <a:defRPr sz="1350" b="0">
                <a:solidFill>
                  <a:srgbClr val="52625D"/>
                </a:solidFill>
                <a:latin typeface="Arial"/>
                <a:ea typeface="Arial"/>
                <a:cs typeface="Arial"/>
              </a:defRPr>
            </a:lvl4pPr>
            <a:lvl5pPr>
              <a:defRPr sz="1350" b="0">
                <a:solidFill>
                  <a:srgbClr val="52625D"/>
                </a:solidFill>
                <a:latin typeface="Arial"/>
                <a:ea typeface="Arial"/>
                <a:cs typeface="Arial"/>
              </a:defRPr>
            </a:lvl5pPr>
            <a:lvl6pPr>
              <a:defRPr sz="1350" b="0">
                <a:solidFill>
                  <a:srgbClr val="52625D"/>
                </a:solidFill>
                <a:latin typeface="Arial"/>
                <a:ea typeface="Arial"/>
                <a:cs typeface="Arial"/>
              </a:defRPr>
            </a:lvl6pPr>
            <a:lvl7pPr>
              <a:defRPr sz="1350" b="0">
                <a:solidFill>
                  <a:srgbClr val="52625D"/>
                </a:solidFill>
                <a:latin typeface="Arial"/>
                <a:ea typeface="Arial"/>
                <a:cs typeface="Arial"/>
              </a:defRPr>
            </a:lvl7pPr>
            <a:lvl8pPr>
              <a:defRPr sz="1350" b="0">
                <a:solidFill>
                  <a:srgbClr val="52625D"/>
                </a:solidFill>
                <a:latin typeface="Arial"/>
                <a:ea typeface="Arial"/>
                <a:cs typeface="Arial"/>
              </a:defRPr>
            </a:lvl8pPr>
            <a:lvl9pPr>
              <a:defRPr sz="1350" b="0">
                <a:solidFill>
                  <a:srgbClr val="52625D"/>
                </a:solidFill>
                <a:latin typeface="Arial"/>
                <a:ea typeface="Arial"/>
                <a:cs typeface="Arial"/>
              </a:defRPr>
            </a:lvl9pPr>
          </a:lstStyle>
          <a:p xmlns:a="http://schemas.openxmlformats.org/drawingml/2006/main">
            <a:pPr>
              <a:defRPr sz="1350" b="0">
                <a:solidFill>
                  <a:srgbClr val="52625D"/>
                </a:solidFill>
                <a:latin typeface="Arial"/>
                <a:ea typeface="Arial"/>
                <a:cs typeface="Arial"/>
              </a:defRPr>
            </a:pPr>
            <a:r>
              <a:rPr sz="1350" b="0">
                <a:solidFill>
                  <a:srgbClr val="52625D"/>
                </a:solidFill>
                <a:latin typeface="Arial"/>
                <a:ea typeface="Arial"/>
                <a:cs typeface="Arial"/>
              </a:rPr>
              <a:t>05</a:t>
            </a:r>
          </a:p>
        </p:txBody>
      </p:sp>
      <p:sp>
        <p:nvSpPr>
          <p:cNvPr id="4" name="text">
            <a:extLst xmlns:a="http://schemas.openxmlformats.org/drawingml/2006/main">
              <a:ext uri="{FF2B5EF4-FFF2-40B4-BE49-F238E27FC236}">
                <a16:creationId xmlns:a16="http://schemas.microsoft.com/office/drawing/2014/main" id="{E63338DF-F178-4C91-8064-CC18D57F2C67}"/>
              </a:ext>
            </a:extLst>
          </p:cNvPr>
          <p:cNvSpPr>
            <a:spLocks xmlns:a="http://schemas.openxmlformats.org/drawingml/2006/main" noGrp="1"/>
          </p:cNvSpPr>
          <p:nvPr/>
        </p:nvSpPr>
        <p:spPr>
          <a:xfrm xmlns:a="http://schemas.openxmlformats.org/drawingml/2006/main">
            <a:off x="628650" y="23431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9665B"/>
                </a:solidFill>
                <a:latin typeface="Arial"/>
                <a:ea typeface="Arial"/>
                <a:cs typeface="Arial"/>
              </a:defRPr>
            </a:defPPr>
            <a:lvl1pPr>
              <a:defRPr sz="2100" b="1">
                <a:solidFill>
                  <a:srgbClr val="19665B"/>
                </a:solidFill>
                <a:latin typeface="Arial"/>
                <a:ea typeface="Arial"/>
                <a:cs typeface="Arial"/>
              </a:defRPr>
            </a:lvl1pPr>
            <a:lvl2pPr>
              <a:defRPr sz="2100" b="1">
                <a:solidFill>
                  <a:srgbClr val="19665B"/>
                </a:solidFill>
                <a:latin typeface="Arial"/>
                <a:ea typeface="Arial"/>
                <a:cs typeface="Arial"/>
              </a:defRPr>
            </a:lvl2pPr>
            <a:lvl3pPr>
              <a:defRPr sz="2100" b="1">
                <a:solidFill>
                  <a:srgbClr val="19665B"/>
                </a:solidFill>
                <a:latin typeface="Arial"/>
                <a:ea typeface="Arial"/>
                <a:cs typeface="Arial"/>
              </a:defRPr>
            </a:lvl3pPr>
            <a:lvl4pPr>
              <a:defRPr sz="2100" b="1">
                <a:solidFill>
                  <a:srgbClr val="19665B"/>
                </a:solidFill>
                <a:latin typeface="Arial"/>
                <a:ea typeface="Arial"/>
                <a:cs typeface="Arial"/>
              </a:defRPr>
            </a:lvl4pPr>
            <a:lvl5pPr>
              <a:defRPr sz="2100" b="1">
                <a:solidFill>
                  <a:srgbClr val="19665B"/>
                </a:solidFill>
                <a:latin typeface="Arial"/>
                <a:ea typeface="Arial"/>
                <a:cs typeface="Arial"/>
              </a:defRPr>
            </a:lvl5pPr>
            <a:lvl6pPr>
              <a:defRPr sz="2100" b="1">
                <a:solidFill>
                  <a:srgbClr val="19665B"/>
                </a:solidFill>
                <a:latin typeface="Arial"/>
                <a:ea typeface="Arial"/>
                <a:cs typeface="Arial"/>
              </a:defRPr>
            </a:lvl6pPr>
            <a:lvl7pPr>
              <a:defRPr sz="2100" b="1">
                <a:solidFill>
                  <a:srgbClr val="19665B"/>
                </a:solidFill>
                <a:latin typeface="Arial"/>
                <a:ea typeface="Arial"/>
                <a:cs typeface="Arial"/>
              </a:defRPr>
            </a:lvl7pPr>
            <a:lvl8pPr>
              <a:defRPr sz="2100" b="1">
                <a:solidFill>
                  <a:srgbClr val="19665B"/>
                </a:solidFill>
                <a:latin typeface="Arial"/>
                <a:ea typeface="Arial"/>
                <a:cs typeface="Arial"/>
              </a:defRPr>
            </a:lvl8pPr>
            <a:lvl9pPr>
              <a:defRPr sz="2100" b="1">
                <a:solidFill>
                  <a:srgbClr val="19665B"/>
                </a:solidFill>
                <a:latin typeface="Arial"/>
                <a:ea typeface="Arial"/>
                <a:cs typeface="Arial"/>
              </a:defRPr>
            </a:lvl9pPr>
          </a:lstStyle>
          <a:p xmlns:a="http://schemas.openxmlformats.org/drawingml/2006/main">
            <a:pPr>
              <a:defRPr sz="2100" b="1">
                <a:solidFill>
                  <a:srgbClr val="19665B"/>
                </a:solidFill>
                <a:latin typeface="Arial"/>
                <a:ea typeface="Arial"/>
                <a:cs typeface="Arial"/>
              </a:defRPr>
            </a:pPr>
            <a:r>
              <a:rPr sz="2100" b="1">
                <a:solidFill>
                  <a:srgbClr val="19665B"/>
                </a:solidFill>
                <a:latin typeface="Arial"/>
                <a:ea typeface="Arial"/>
                <a:cs typeface="Arial"/>
              </a:rPr>
              <a:t>Что хранится</a:t>
            </a:r>
          </a:p>
        </p:txBody>
      </p:sp>
      <p:sp>
        <p:nvSpPr>
          <p:cNvPr id="5" name="text">
            <a:extLst xmlns:a="http://schemas.openxmlformats.org/drawingml/2006/main">
              <a:ext uri="{FF2B5EF4-FFF2-40B4-BE49-F238E27FC236}">
                <a16:creationId xmlns:a16="http://schemas.microsoft.com/office/drawing/2014/main" id="{571EF21C-0729-430C-A990-8C1B20C21078}"/>
              </a:ext>
            </a:extLst>
          </p:cNvPr>
          <p:cNvSpPr>
            <a:spLocks xmlns:a="http://schemas.openxmlformats.org/drawingml/2006/main" noGrp="1"/>
          </p:cNvSpPr>
          <p:nvPr/>
        </p:nvSpPr>
        <p:spPr>
          <a:xfrm xmlns:a="http://schemas.openxmlformats.org/drawingml/2006/main">
            <a:off x="628650" y="2933700"/>
            <a:ext cx="48577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92C2A"/>
                </a:solidFill>
                <a:latin typeface="Arial"/>
                <a:ea typeface="Arial"/>
                <a:cs typeface="Arial"/>
              </a:defRPr>
            </a:defPPr>
            <a:lvl1pPr>
              <a:defRPr sz="2100" b="0">
                <a:solidFill>
                  <a:srgbClr val="192C2A"/>
                </a:solidFill>
                <a:latin typeface="Arial"/>
                <a:ea typeface="Arial"/>
                <a:cs typeface="Arial"/>
              </a:defRPr>
            </a:lvl1pPr>
            <a:lvl2pPr>
              <a:defRPr sz="2100" b="0">
                <a:solidFill>
                  <a:srgbClr val="192C2A"/>
                </a:solidFill>
                <a:latin typeface="Arial"/>
                <a:ea typeface="Arial"/>
                <a:cs typeface="Arial"/>
              </a:defRPr>
            </a:lvl2pPr>
            <a:lvl3pPr>
              <a:defRPr sz="2100" b="0">
                <a:solidFill>
                  <a:srgbClr val="192C2A"/>
                </a:solidFill>
                <a:latin typeface="Arial"/>
                <a:ea typeface="Arial"/>
                <a:cs typeface="Arial"/>
              </a:defRPr>
            </a:lvl3pPr>
            <a:lvl4pPr>
              <a:defRPr sz="2100" b="0">
                <a:solidFill>
                  <a:srgbClr val="192C2A"/>
                </a:solidFill>
                <a:latin typeface="Arial"/>
                <a:ea typeface="Arial"/>
                <a:cs typeface="Arial"/>
              </a:defRPr>
            </a:lvl4pPr>
            <a:lvl5pPr>
              <a:defRPr sz="2100" b="0">
                <a:solidFill>
                  <a:srgbClr val="192C2A"/>
                </a:solidFill>
                <a:latin typeface="Arial"/>
                <a:ea typeface="Arial"/>
                <a:cs typeface="Arial"/>
              </a:defRPr>
            </a:lvl5pPr>
            <a:lvl6pPr>
              <a:defRPr sz="2100" b="0">
                <a:solidFill>
                  <a:srgbClr val="192C2A"/>
                </a:solidFill>
                <a:latin typeface="Arial"/>
                <a:ea typeface="Arial"/>
                <a:cs typeface="Arial"/>
              </a:defRPr>
            </a:lvl6pPr>
            <a:lvl7pPr>
              <a:defRPr sz="2100" b="0">
                <a:solidFill>
                  <a:srgbClr val="192C2A"/>
                </a:solidFill>
                <a:latin typeface="Arial"/>
                <a:ea typeface="Arial"/>
                <a:cs typeface="Arial"/>
              </a:defRPr>
            </a:lvl7pPr>
            <a:lvl8pPr>
              <a:defRPr sz="2100" b="0">
                <a:solidFill>
                  <a:srgbClr val="192C2A"/>
                </a:solidFill>
                <a:latin typeface="Arial"/>
                <a:ea typeface="Arial"/>
                <a:cs typeface="Arial"/>
              </a:defRPr>
            </a:lvl8pPr>
            <a:lvl9pPr>
              <a:defRPr sz="2100" b="0">
                <a:solidFill>
                  <a:srgbClr val="192C2A"/>
                </a:solidFill>
                <a:latin typeface="Arial"/>
                <a:ea typeface="Arial"/>
                <a:cs typeface="Arial"/>
              </a:defRPr>
            </a:lvl9pPr>
          </a:lstStyle>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Компания, роль и URL.</a:t>
            </a:r>
          </a:p>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Полный или частичный текст.</a:t>
            </a:r>
          </a:p>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География, язык, тип занятости.</a:t>
            </a:r>
          </a:p>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Даты и происхождение сведений.</a:t>
            </a:r>
          </a:p>
        </p:txBody>
      </p:sp>
      <p:sp>
        <p:nvSpPr>
          <p:cNvPr id="6" name="text">
            <a:extLst xmlns:a="http://schemas.openxmlformats.org/drawingml/2006/main">
              <a:ext uri="{FF2B5EF4-FFF2-40B4-BE49-F238E27FC236}">
                <a16:creationId xmlns:a16="http://schemas.microsoft.com/office/drawing/2014/main" id="{23632C17-3551-4D7F-8FF0-12A43FA02A18}"/>
              </a:ext>
            </a:extLst>
          </p:cNvPr>
          <p:cNvSpPr>
            <a:spLocks xmlns:a="http://schemas.openxmlformats.org/drawingml/2006/main" noGrp="1"/>
          </p:cNvSpPr>
          <p:nvPr/>
        </p:nvSpPr>
        <p:spPr>
          <a:xfrm xmlns:a="http://schemas.openxmlformats.org/drawingml/2006/main">
            <a:off x="6343650" y="23431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9665B"/>
                </a:solidFill>
                <a:latin typeface="Arial"/>
                <a:ea typeface="Arial"/>
                <a:cs typeface="Arial"/>
              </a:defRPr>
            </a:defPPr>
            <a:lvl1pPr>
              <a:defRPr sz="2100" b="1">
                <a:solidFill>
                  <a:srgbClr val="19665B"/>
                </a:solidFill>
                <a:latin typeface="Arial"/>
                <a:ea typeface="Arial"/>
                <a:cs typeface="Arial"/>
              </a:defRPr>
            </a:lvl1pPr>
            <a:lvl2pPr>
              <a:defRPr sz="2100" b="1">
                <a:solidFill>
                  <a:srgbClr val="19665B"/>
                </a:solidFill>
                <a:latin typeface="Arial"/>
                <a:ea typeface="Arial"/>
                <a:cs typeface="Arial"/>
              </a:defRPr>
            </a:lvl2pPr>
            <a:lvl3pPr>
              <a:defRPr sz="2100" b="1">
                <a:solidFill>
                  <a:srgbClr val="19665B"/>
                </a:solidFill>
                <a:latin typeface="Arial"/>
                <a:ea typeface="Arial"/>
                <a:cs typeface="Arial"/>
              </a:defRPr>
            </a:lvl3pPr>
            <a:lvl4pPr>
              <a:defRPr sz="2100" b="1">
                <a:solidFill>
                  <a:srgbClr val="19665B"/>
                </a:solidFill>
                <a:latin typeface="Arial"/>
                <a:ea typeface="Arial"/>
                <a:cs typeface="Arial"/>
              </a:defRPr>
            </a:lvl4pPr>
            <a:lvl5pPr>
              <a:defRPr sz="2100" b="1">
                <a:solidFill>
                  <a:srgbClr val="19665B"/>
                </a:solidFill>
                <a:latin typeface="Arial"/>
                <a:ea typeface="Arial"/>
                <a:cs typeface="Arial"/>
              </a:defRPr>
            </a:lvl5pPr>
            <a:lvl6pPr>
              <a:defRPr sz="2100" b="1">
                <a:solidFill>
                  <a:srgbClr val="19665B"/>
                </a:solidFill>
                <a:latin typeface="Arial"/>
                <a:ea typeface="Arial"/>
                <a:cs typeface="Arial"/>
              </a:defRPr>
            </a:lvl6pPr>
            <a:lvl7pPr>
              <a:defRPr sz="2100" b="1">
                <a:solidFill>
                  <a:srgbClr val="19665B"/>
                </a:solidFill>
                <a:latin typeface="Arial"/>
                <a:ea typeface="Arial"/>
                <a:cs typeface="Arial"/>
              </a:defRPr>
            </a:lvl7pPr>
            <a:lvl8pPr>
              <a:defRPr sz="2100" b="1">
                <a:solidFill>
                  <a:srgbClr val="19665B"/>
                </a:solidFill>
                <a:latin typeface="Arial"/>
                <a:ea typeface="Arial"/>
                <a:cs typeface="Arial"/>
              </a:defRPr>
            </a:lvl8pPr>
            <a:lvl9pPr>
              <a:defRPr sz="2100" b="1">
                <a:solidFill>
                  <a:srgbClr val="19665B"/>
                </a:solidFill>
                <a:latin typeface="Arial"/>
                <a:ea typeface="Arial"/>
                <a:cs typeface="Arial"/>
              </a:defRPr>
            </a:lvl9pPr>
          </a:lstStyle>
          <a:p xmlns:a="http://schemas.openxmlformats.org/drawingml/2006/main">
            <a:pPr>
              <a:defRPr sz="2100" b="1">
                <a:solidFill>
                  <a:srgbClr val="19665B"/>
                </a:solidFill>
                <a:latin typeface="Arial"/>
                <a:ea typeface="Arial"/>
                <a:cs typeface="Arial"/>
              </a:defRPr>
            </a:pPr>
            <a:r>
              <a:rPr sz="2100" b="1">
                <a:solidFill>
                  <a:srgbClr val="19665B"/>
                </a:solidFill>
                <a:latin typeface="Arial"/>
                <a:ea typeface="Arial"/>
                <a:cs typeface="Arial"/>
              </a:rPr>
              <a:t>Как защищаются связи</a:t>
            </a:r>
          </a:p>
        </p:txBody>
      </p:sp>
      <p:sp>
        <p:nvSpPr>
          <p:cNvPr id="7" name="text">
            <a:extLst xmlns:a="http://schemas.openxmlformats.org/drawingml/2006/main">
              <a:ext uri="{FF2B5EF4-FFF2-40B4-BE49-F238E27FC236}">
                <a16:creationId xmlns:a16="http://schemas.microsoft.com/office/drawing/2014/main" id="{F8F070D1-5959-41B2-BF5E-256C6DDE7524}"/>
              </a:ext>
            </a:extLst>
          </p:cNvPr>
          <p:cNvSpPr>
            <a:spLocks xmlns:a="http://schemas.openxmlformats.org/drawingml/2006/main" noGrp="1"/>
          </p:cNvSpPr>
          <p:nvPr/>
        </p:nvSpPr>
        <p:spPr>
          <a:xfrm xmlns:a="http://schemas.openxmlformats.org/drawingml/2006/main">
            <a:off x="6343650" y="2933700"/>
            <a:ext cx="52387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92C2A"/>
                </a:solidFill>
                <a:latin typeface="Arial"/>
                <a:ea typeface="Arial"/>
                <a:cs typeface="Arial"/>
              </a:defRPr>
            </a:defPPr>
            <a:lvl1pPr>
              <a:defRPr sz="2100" b="0">
                <a:solidFill>
                  <a:srgbClr val="192C2A"/>
                </a:solidFill>
                <a:latin typeface="Arial"/>
                <a:ea typeface="Arial"/>
                <a:cs typeface="Arial"/>
              </a:defRPr>
            </a:lvl1pPr>
            <a:lvl2pPr>
              <a:defRPr sz="2100" b="0">
                <a:solidFill>
                  <a:srgbClr val="192C2A"/>
                </a:solidFill>
                <a:latin typeface="Arial"/>
                <a:ea typeface="Arial"/>
                <a:cs typeface="Arial"/>
              </a:defRPr>
            </a:lvl2pPr>
            <a:lvl3pPr>
              <a:defRPr sz="2100" b="0">
                <a:solidFill>
                  <a:srgbClr val="192C2A"/>
                </a:solidFill>
                <a:latin typeface="Arial"/>
                <a:ea typeface="Arial"/>
                <a:cs typeface="Arial"/>
              </a:defRPr>
            </a:lvl3pPr>
            <a:lvl4pPr>
              <a:defRPr sz="2100" b="0">
                <a:solidFill>
                  <a:srgbClr val="192C2A"/>
                </a:solidFill>
                <a:latin typeface="Arial"/>
                <a:ea typeface="Arial"/>
                <a:cs typeface="Arial"/>
              </a:defRPr>
            </a:lvl4pPr>
            <a:lvl5pPr>
              <a:defRPr sz="2100" b="0">
                <a:solidFill>
                  <a:srgbClr val="192C2A"/>
                </a:solidFill>
                <a:latin typeface="Arial"/>
                <a:ea typeface="Arial"/>
                <a:cs typeface="Arial"/>
              </a:defRPr>
            </a:lvl5pPr>
            <a:lvl6pPr>
              <a:defRPr sz="2100" b="0">
                <a:solidFill>
                  <a:srgbClr val="192C2A"/>
                </a:solidFill>
                <a:latin typeface="Arial"/>
                <a:ea typeface="Arial"/>
                <a:cs typeface="Arial"/>
              </a:defRPr>
            </a:lvl6pPr>
            <a:lvl7pPr>
              <a:defRPr sz="2100" b="0">
                <a:solidFill>
                  <a:srgbClr val="192C2A"/>
                </a:solidFill>
                <a:latin typeface="Arial"/>
                <a:ea typeface="Arial"/>
                <a:cs typeface="Arial"/>
              </a:defRPr>
            </a:lvl7pPr>
            <a:lvl8pPr>
              <a:defRPr sz="2100" b="0">
                <a:solidFill>
                  <a:srgbClr val="192C2A"/>
                </a:solidFill>
                <a:latin typeface="Arial"/>
                <a:ea typeface="Arial"/>
                <a:cs typeface="Arial"/>
              </a:defRPr>
            </a:lvl8pPr>
            <a:lvl9pPr>
              <a:defRPr sz="2100" b="0">
                <a:solidFill>
                  <a:srgbClr val="192C2A"/>
                </a:solidFill>
                <a:latin typeface="Arial"/>
                <a:ea typeface="Arial"/>
                <a:cs typeface="Arial"/>
              </a:defRPr>
            </a:lvl9pPr>
          </a:lstStyle>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ID источника и URL помогают</a:t>
            </a:r>
          </a:p>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найти ту же вакансию повторно.</a:t>
            </a:r>
          </a:p>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Алиасы ID сохраняют связь с CRM.</a:t>
            </a:r>
          </a:p>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Региональные версии различаются.</a:t>
            </a:r>
          </a:p>
        </p:txBody>
      </p:sp>
      <p:sp>
        <p:nvSpPr>
          <p:cNvPr id="8" name="text">
            <a:extLst xmlns:a="http://schemas.openxmlformats.org/drawingml/2006/main">
              <a:ext uri="{FF2B5EF4-FFF2-40B4-BE49-F238E27FC236}">
                <a16:creationId xmlns:a16="http://schemas.microsoft.com/office/drawing/2014/main" id="{AAB6A1BF-045A-4520-9BD3-AD2F014B1142}"/>
              </a:ext>
            </a:extLst>
          </p:cNvPr>
          <p:cNvSpPr>
            <a:spLocks xmlns:a="http://schemas.openxmlformats.org/drawingml/2006/main" noGrp="1"/>
          </p:cNvSpPr>
          <p:nvPr/>
        </p:nvSpPr>
        <p:spPr>
          <a:xfrm xmlns:a="http://schemas.openxmlformats.org/drawingml/2006/main">
            <a:off x="628650" y="550545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9665B"/>
                </a:solidFill>
                <a:latin typeface="Arial"/>
                <a:ea typeface="Arial"/>
                <a:cs typeface="Arial"/>
              </a:defRPr>
            </a:defPPr>
            <a:lvl1pPr>
              <a:defRPr sz="1875" b="0">
                <a:solidFill>
                  <a:srgbClr val="19665B"/>
                </a:solidFill>
                <a:latin typeface="Arial"/>
                <a:ea typeface="Arial"/>
                <a:cs typeface="Arial"/>
              </a:defRPr>
            </a:lvl1pPr>
            <a:lvl2pPr>
              <a:defRPr sz="1875" b="0">
                <a:solidFill>
                  <a:srgbClr val="19665B"/>
                </a:solidFill>
                <a:latin typeface="Arial"/>
                <a:ea typeface="Arial"/>
                <a:cs typeface="Arial"/>
              </a:defRPr>
            </a:lvl2pPr>
            <a:lvl3pPr>
              <a:defRPr sz="1875" b="0">
                <a:solidFill>
                  <a:srgbClr val="19665B"/>
                </a:solidFill>
                <a:latin typeface="Arial"/>
                <a:ea typeface="Arial"/>
                <a:cs typeface="Arial"/>
              </a:defRPr>
            </a:lvl3pPr>
            <a:lvl4pPr>
              <a:defRPr sz="1875" b="0">
                <a:solidFill>
                  <a:srgbClr val="19665B"/>
                </a:solidFill>
                <a:latin typeface="Arial"/>
                <a:ea typeface="Arial"/>
                <a:cs typeface="Arial"/>
              </a:defRPr>
            </a:lvl4pPr>
            <a:lvl5pPr>
              <a:defRPr sz="1875" b="0">
                <a:solidFill>
                  <a:srgbClr val="19665B"/>
                </a:solidFill>
                <a:latin typeface="Arial"/>
                <a:ea typeface="Arial"/>
                <a:cs typeface="Arial"/>
              </a:defRPr>
            </a:lvl5pPr>
            <a:lvl6pPr>
              <a:defRPr sz="1875" b="0">
                <a:solidFill>
                  <a:srgbClr val="19665B"/>
                </a:solidFill>
                <a:latin typeface="Arial"/>
                <a:ea typeface="Arial"/>
                <a:cs typeface="Arial"/>
              </a:defRPr>
            </a:lvl6pPr>
            <a:lvl7pPr>
              <a:defRPr sz="1875" b="0">
                <a:solidFill>
                  <a:srgbClr val="19665B"/>
                </a:solidFill>
                <a:latin typeface="Arial"/>
                <a:ea typeface="Arial"/>
                <a:cs typeface="Arial"/>
              </a:defRPr>
            </a:lvl7pPr>
            <a:lvl8pPr>
              <a:defRPr sz="1875" b="0">
                <a:solidFill>
                  <a:srgbClr val="19665B"/>
                </a:solidFill>
                <a:latin typeface="Arial"/>
                <a:ea typeface="Arial"/>
                <a:cs typeface="Arial"/>
              </a:defRPr>
            </a:lvl8pPr>
            <a:lvl9pPr>
              <a:defRPr sz="1875" b="0">
                <a:solidFill>
                  <a:srgbClr val="19665B"/>
                </a:solidFill>
                <a:latin typeface="Arial"/>
                <a:ea typeface="Arial"/>
                <a:cs typeface="Arial"/>
              </a:defRPr>
            </a:lvl9pPr>
          </a:lstStyle>
          <a:p xmlns:a="http://schemas.openxmlformats.org/drawingml/2006/main">
            <a:pPr>
              <a:defRPr sz="1875" b="0">
                <a:solidFill>
                  <a:srgbClr val="19665B"/>
                </a:solidFill>
                <a:latin typeface="Arial"/>
                <a:ea typeface="Arial"/>
                <a:cs typeface="Arial"/>
              </a:defRPr>
            </a:pPr>
            <a:r>
              <a:rPr sz="1875" b="0">
                <a:solidFill>
                  <a:srgbClr val="19665B"/>
                </a:solidFill>
                <a:latin typeface="Arial"/>
                <a:ea typeface="Arial"/>
                <a:cs typeface="Arial"/>
              </a:rPr>
              <a:t>Неполная новая карточка сохраняет прежний полный текст. Ошибки и лимиты</a:t>
            </a:r>
          </a:p>
          <a:p xmlns:a="http://schemas.openxmlformats.org/drawingml/2006/main">
            <a:pPr>
              <a:defRPr sz="1875" b="0">
                <a:solidFill>
                  <a:srgbClr val="19665B"/>
                </a:solidFill>
                <a:latin typeface="Arial"/>
                <a:ea typeface="Arial"/>
                <a:cs typeface="Arial"/>
              </a:defRPr>
            </a:pPr>
            <a:r>
              <a:rPr sz="1875" b="0">
                <a:solidFill>
                  <a:srgbClr val="19665B"/>
                </a:solidFill>
                <a:latin typeface="Arial"/>
                <a:ea typeface="Arial"/>
                <a:cs typeface="Arial"/>
              </a:rPr>
              <a:t>не доказывают закрытие. ATS-закрытие требует повторных полных снимков.</a:t>
            </a:r>
          </a:p>
        </p:txBody>
      </p:sp>
    </p:spTree>
    <p:extLst>
      <p:ext uri="{BB962C8B-B14F-4D97-AF65-F5344CB8AC3E}">
        <p14:creationId xmlns:p14="http://schemas.microsoft.com/office/powerpoint/2010/main" val="161365045"/>
      </p:ext>
    </p:extLst>
  </p:cSld>
</p:sld>
</file>

<file path=ppt/slides/slide6.xml><?xml version="1.0" encoding="utf-8"?>
<p:sld xmlns:p="http://schemas.openxmlformats.org/presentationml/2006/main">
  <p:cSld>
    <p:bg>
      <p:bgPr>
        <a:solidFill xmlns:a="http://schemas.openxmlformats.org/drawingml/2006/main">
          <a:srgbClr val="192C2A"/>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FC262EF1-4C57-494D-B083-CE24BB3CDE68}"/>
              </a:ext>
            </a:extLst>
          </p:cNvPr>
          <p:cNvSpPr>
            <a:spLocks xmlns:a="http://schemas.openxmlformats.org/drawingml/2006/main" noGrp="1"/>
          </p:cNvSpPr>
          <p:nvPr/>
        </p:nvSpPr>
        <p:spPr>
          <a:xfrm xmlns:a="http://schemas.openxmlformats.org/drawingml/2006/main">
            <a:off x="609600" y="533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5F1E8"/>
                </a:solidFill>
                <a:latin typeface="Arial"/>
                <a:ea typeface="Arial"/>
                <a:cs typeface="Arial"/>
              </a:defRPr>
            </a:defPPr>
            <a:lvl1pPr>
              <a:defRPr sz="3225" b="1">
                <a:solidFill>
                  <a:srgbClr val="F5F1E8"/>
                </a:solidFill>
                <a:latin typeface="Arial"/>
                <a:ea typeface="Arial"/>
                <a:cs typeface="Arial"/>
              </a:defRPr>
            </a:lvl1pPr>
            <a:lvl2pPr>
              <a:defRPr sz="3225" b="1">
                <a:solidFill>
                  <a:srgbClr val="F5F1E8"/>
                </a:solidFill>
                <a:latin typeface="Arial"/>
                <a:ea typeface="Arial"/>
                <a:cs typeface="Arial"/>
              </a:defRPr>
            </a:lvl2pPr>
            <a:lvl3pPr>
              <a:defRPr sz="3225" b="1">
                <a:solidFill>
                  <a:srgbClr val="F5F1E8"/>
                </a:solidFill>
                <a:latin typeface="Arial"/>
                <a:ea typeface="Arial"/>
                <a:cs typeface="Arial"/>
              </a:defRPr>
            </a:lvl3pPr>
            <a:lvl4pPr>
              <a:defRPr sz="3225" b="1">
                <a:solidFill>
                  <a:srgbClr val="F5F1E8"/>
                </a:solidFill>
                <a:latin typeface="Arial"/>
                <a:ea typeface="Arial"/>
                <a:cs typeface="Arial"/>
              </a:defRPr>
            </a:lvl4pPr>
            <a:lvl5pPr>
              <a:defRPr sz="3225" b="1">
                <a:solidFill>
                  <a:srgbClr val="F5F1E8"/>
                </a:solidFill>
                <a:latin typeface="Arial"/>
                <a:ea typeface="Arial"/>
                <a:cs typeface="Arial"/>
              </a:defRPr>
            </a:lvl5pPr>
            <a:lvl6pPr>
              <a:defRPr sz="3225" b="1">
                <a:solidFill>
                  <a:srgbClr val="F5F1E8"/>
                </a:solidFill>
                <a:latin typeface="Arial"/>
                <a:ea typeface="Arial"/>
                <a:cs typeface="Arial"/>
              </a:defRPr>
            </a:lvl6pPr>
            <a:lvl7pPr>
              <a:defRPr sz="3225" b="1">
                <a:solidFill>
                  <a:srgbClr val="F5F1E8"/>
                </a:solidFill>
                <a:latin typeface="Arial"/>
                <a:ea typeface="Arial"/>
                <a:cs typeface="Arial"/>
              </a:defRPr>
            </a:lvl7pPr>
            <a:lvl8pPr>
              <a:defRPr sz="3225" b="1">
                <a:solidFill>
                  <a:srgbClr val="F5F1E8"/>
                </a:solidFill>
                <a:latin typeface="Arial"/>
                <a:ea typeface="Arial"/>
                <a:cs typeface="Arial"/>
              </a:defRPr>
            </a:lvl8pPr>
            <a:lvl9pPr>
              <a:defRPr sz="3225" b="1">
                <a:solidFill>
                  <a:srgbClr val="F5F1E8"/>
                </a:solidFill>
                <a:latin typeface="Arial"/>
                <a:ea typeface="Arial"/>
                <a:cs typeface="Arial"/>
              </a:defRPr>
            </a:lvl9pPr>
          </a:lstStyle>
          <a:p xmlns:a="http://schemas.openxmlformats.org/drawingml/2006/main">
            <a:pPr>
              <a:defRPr sz="3225" b="1">
                <a:solidFill>
                  <a:srgbClr val="F5F1E8"/>
                </a:solidFill>
                <a:latin typeface="Arial"/>
                <a:ea typeface="Arial"/>
                <a:cs typeface="Arial"/>
              </a:defRPr>
            </a:pPr>
            <a:r>
              <a:rPr sz="3225" b="1">
                <a:solidFill>
                  <a:srgbClr val="F5F1E8"/>
                </a:solidFill>
                <a:latin typeface="Arial"/>
                <a:ea typeface="Arial"/>
                <a:cs typeface="Arial"/>
              </a:rPr>
              <a:t>Discovery: исследование рынка</a:t>
            </a:r>
          </a:p>
        </p:txBody>
      </p:sp>
      <p:sp>
        <p:nvSpPr>
          <p:cNvPr id="2" name="subtitle">
            <a:extLst xmlns:a="http://schemas.openxmlformats.org/drawingml/2006/main">
              <a:ext uri="{FF2B5EF4-FFF2-40B4-BE49-F238E27FC236}">
                <a16:creationId xmlns:a16="http://schemas.microsoft.com/office/drawing/2014/main" id="{916CD430-1C3F-4A82-832A-E02E9BCDC0E8}"/>
              </a:ext>
            </a:extLst>
          </p:cNvPr>
          <p:cNvSpPr>
            <a:spLocks xmlns:a="http://schemas.openxmlformats.org/drawingml/2006/main" noGrp="1"/>
          </p:cNvSpPr>
          <p:nvPr/>
        </p:nvSpPr>
        <p:spPr>
          <a:xfrm xmlns:a="http://schemas.openxmlformats.org/drawingml/2006/main">
            <a:off x="628650" y="146685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7E6DD"/>
                </a:solidFill>
                <a:latin typeface="Arial"/>
                <a:ea typeface="Arial"/>
                <a:cs typeface="Arial"/>
              </a:defRPr>
            </a:defPPr>
            <a:lvl1pPr>
              <a:defRPr sz="1875" b="0">
                <a:solidFill>
                  <a:srgbClr val="D7E6DD"/>
                </a:solidFill>
                <a:latin typeface="Arial"/>
                <a:ea typeface="Arial"/>
                <a:cs typeface="Arial"/>
              </a:defRPr>
            </a:lvl1pPr>
            <a:lvl2pPr>
              <a:defRPr sz="1875" b="0">
                <a:solidFill>
                  <a:srgbClr val="D7E6DD"/>
                </a:solidFill>
                <a:latin typeface="Arial"/>
                <a:ea typeface="Arial"/>
                <a:cs typeface="Arial"/>
              </a:defRPr>
            </a:lvl2pPr>
            <a:lvl3pPr>
              <a:defRPr sz="1875" b="0">
                <a:solidFill>
                  <a:srgbClr val="D7E6DD"/>
                </a:solidFill>
                <a:latin typeface="Arial"/>
                <a:ea typeface="Arial"/>
                <a:cs typeface="Arial"/>
              </a:defRPr>
            </a:lvl3pPr>
            <a:lvl4pPr>
              <a:defRPr sz="1875" b="0">
                <a:solidFill>
                  <a:srgbClr val="D7E6DD"/>
                </a:solidFill>
                <a:latin typeface="Arial"/>
                <a:ea typeface="Arial"/>
                <a:cs typeface="Arial"/>
              </a:defRPr>
            </a:lvl4pPr>
            <a:lvl5pPr>
              <a:defRPr sz="1875" b="0">
                <a:solidFill>
                  <a:srgbClr val="D7E6DD"/>
                </a:solidFill>
                <a:latin typeface="Arial"/>
                <a:ea typeface="Arial"/>
                <a:cs typeface="Arial"/>
              </a:defRPr>
            </a:lvl5pPr>
            <a:lvl6pPr>
              <a:defRPr sz="1875" b="0">
                <a:solidFill>
                  <a:srgbClr val="D7E6DD"/>
                </a:solidFill>
                <a:latin typeface="Arial"/>
                <a:ea typeface="Arial"/>
                <a:cs typeface="Arial"/>
              </a:defRPr>
            </a:lvl6pPr>
            <a:lvl7pPr>
              <a:defRPr sz="1875" b="0">
                <a:solidFill>
                  <a:srgbClr val="D7E6DD"/>
                </a:solidFill>
                <a:latin typeface="Arial"/>
                <a:ea typeface="Arial"/>
                <a:cs typeface="Arial"/>
              </a:defRPr>
            </a:lvl7pPr>
            <a:lvl8pPr>
              <a:defRPr sz="1875" b="0">
                <a:solidFill>
                  <a:srgbClr val="D7E6DD"/>
                </a:solidFill>
                <a:latin typeface="Arial"/>
                <a:ea typeface="Arial"/>
                <a:cs typeface="Arial"/>
              </a:defRPr>
            </a:lvl8pPr>
            <a:lvl9pPr>
              <a:defRPr sz="1875" b="0">
                <a:solidFill>
                  <a:srgbClr val="D7E6DD"/>
                </a:solidFill>
                <a:latin typeface="Arial"/>
                <a:ea typeface="Arial"/>
                <a:cs typeface="Arial"/>
              </a:defRPr>
            </a:lvl9pPr>
          </a:lstStyle>
          <a:p xmlns:a="http://schemas.openxmlformats.org/drawingml/2006/main">
            <a:pPr>
              <a:defRPr sz="1875" b="0">
                <a:solidFill>
                  <a:srgbClr val="D7E6DD"/>
                </a:solidFill>
                <a:latin typeface="Arial"/>
                <a:ea typeface="Arial"/>
                <a:cs typeface="Arial"/>
              </a:defRPr>
            </a:pPr>
            <a:r>
              <a:rPr sz="1875" b="0">
                <a:solidFill>
                  <a:srgbClr val="D7E6DD"/>
                </a:solidFill>
                <a:latin typeface="Arial"/>
                <a:ea typeface="Arial"/>
                <a:cs typeface="Arial"/>
              </a:rPr>
              <a:t>Поиск по человеческим примерам создаёт отдельную очередь кандидатов</a:t>
            </a:r>
          </a:p>
        </p:txBody>
      </p:sp>
      <p:sp>
        <p:nvSpPr>
          <p:cNvPr id="3" name="slide-number">
            <a:extLst xmlns:a="http://schemas.openxmlformats.org/drawingml/2006/main">
              <a:ext uri="{FF2B5EF4-FFF2-40B4-BE49-F238E27FC236}">
                <a16:creationId xmlns:a16="http://schemas.microsoft.com/office/drawing/2014/main" id="{1D030590-9BD7-4974-9F5E-224270385657}"/>
              </a:ext>
            </a:extLst>
          </p:cNvPr>
          <p:cNvSpPr>
            <a:spLocks xmlns:a="http://schemas.openxmlformats.org/drawingml/2006/main" noGrp="1"/>
          </p:cNvSpPr>
          <p:nvPr/>
        </p:nvSpPr>
        <p:spPr>
          <a:xfrm xmlns:a="http://schemas.openxmlformats.org/drawingml/2006/main">
            <a:off x="11239500"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D7E6DD"/>
                </a:solidFill>
                <a:latin typeface="Arial"/>
                <a:ea typeface="Arial"/>
                <a:cs typeface="Arial"/>
              </a:defRPr>
            </a:defPPr>
            <a:lvl1pPr>
              <a:defRPr sz="1350" b="0">
                <a:solidFill>
                  <a:srgbClr val="D7E6DD"/>
                </a:solidFill>
                <a:latin typeface="Arial"/>
                <a:ea typeface="Arial"/>
                <a:cs typeface="Arial"/>
              </a:defRPr>
            </a:lvl1pPr>
            <a:lvl2pPr>
              <a:defRPr sz="1350" b="0">
                <a:solidFill>
                  <a:srgbClr val="D7E6DD"/>
                </a:solidFill>
                <a:latin typeface="Arial"/>
                <a:ea typeface="Arial"/>
                <a:cs typeface="Arial"/>
              </a:defRPr>
            </a:lvl2pPr>
            <a:lvl3pPr>
              <a:defRPr sz="1350" b="0">
                <a:solidFill>
                  <a:srgbClr val="D7E6DD"/>
                </a:solidFill>
                <a:latin typeface="Arial"/>
                <a:ea typeface="Arial"/>
                <a:cs typeface="Arial"/>
              </a:defRPr>
            </a:lvl3pPr>
            <a:lvl4pPr>
              <a:defRPr sz="1350" b="0">
                <a:solidFill>
                  <a:srgbClr val="D7E6DD"/>
                </a:solidFill>
                <a:latin typeface="Arial"/>
                <a:ea typeface="Arial"/>
                <a:cs typeface="Arial"/>
              </a:defRPr>
            </a:lvl4pPr>
            <a:lvl5pPr>
              <a:defRPr sz="1350" b="0">
                <a:solidFill>
                  <a:srgbClr val="D7E6DD"/>
                </a:solidFill>
                <a:latin typeface="Arial"/>
                <a:ea typeface="Arial"/>
                <a:cs typeface="Arial"/>
              </a:defRPr>
            </a:lvl5pPr>
            <a:lvl6pPr>
              <a:defRPr sz="1350" b="0">
                <a:solidFill>
                  <a:srgbClr val="D7E6DD"/>
                </a:solidFill>
                <a:latin typeface="Arial"/>
                <a:ea typeface="Arial"/>
                <a:cs typeface="Arial"/>
              </a:defRPr>
            </a:lvl6pPr>
            <a:lvl7pPr>
              <a:defRPr sz="1350" b="0">
                <a:solidFill>
                  <a:srgbClr val="D7E6DD"/>
                </a:solidFill>
                <a:latin typeface="Arial"/>
                <a:ea typeface="Arial"/>
                <a:cs typeface="Arial"/>
              </a:defRPr>
            </a:lvl7pPr>
            <a:lvl8pPr>
              <a:defRPr sz="1350" b="0">
                <a:solidFill>
                  <a:srgbClr val="D7E6DD"/>
                </a:solidFill>
                <a:latin typeface="Arial"/>
                <a:ea typeface="Arial"/>
                <a:cs typeface="Arial"/>
              </a:defRPr>
            </a:lvl8pPr>
            <a:lvl9pPr>
              <a:defRPr sz="1350" b="0">
                <a:solidFill>
                  <a:srgbClr val="D7E6DD"/>
                </a:solidFill>
                <a:latin typeface="Arial"/>
                <a:ea typeface="Arial"/>
                <a:cs typeface="Arial"/>
              </a:defRPr>
            </a:lvl9pPr>
          </a:lstStyle>
          <a:p xmlns:a="http://schemas.openxmlformats.org/drawingml/2006/main">
            <a:pPr>
              <a:defRPr sz="1350" b="0">
                <a:solidFill>
                  <a:srgbClr val="D7E6DD"/>
                </a:solidFill>
                <a:latin typeface="Arial"/>
                <a:ea typeface="Arial"/>
                <a:cs typeface="Arial"/>
              </a:defRPr>
            </a:pPr>
            <a:r>
              <a:rPr sz="1350" b="0">
                <a:solidFill>
                  <a:srgbClr val="D7E6DD"/>
                </a:solidFill>
                <a:latin typeface="Arial"/>
                <a:ea typeface="Arial"/>
                <a:cs typeface="Arial"/>
              </a:rPr>
              <a:t>06</a:t>
            </a:r>
          </a:p>
        </p:txBody>
      </p:sp>
      <p:sp>
        <p:nvSpPr>
          <p:cNvPr id="4" name="text">
            <a:extLst xmlns:a="http://schemas.openxmlformats.org/drawingml/2006/main">
              <a:ext uri="{FF2B5EF4-FFF2-40B4-BE49-F238E27FC236}">
                <a16:creationId xmlns:a16="http://schemas.microsoft.com/office/drawing/2014/main" id="{0C8BF27F-6153-49B7-9B33-3123F5E975E1}"/>
              </a:ext>
            </a:extLst>
          </p:cNvPr>
          <p:cNvSpPr>
            <a:spLocks xmlns:a="http://schemas.openxmlformats.org/drawingml/2006/main" noGrp="1"/>
          </p:cNvSpPr>
          <p:nvPr/>
        </p:nvSpPr>
        <p:spPr>
          <a:xfrm xmlns:a="http://schemas.openxmlformats.org/drawingml/2006/main">
            <a:off x="628650" y="22860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D7E6DD"/>
                </a:solidFill>
                <a:latin typeface="Arial"/>
                <a:ea typeface="Arial"/>
                <a:cs typeface="Arial"/>
              </a:defRPr>
            </a:defPPr>
            <a:lvl1pPr>
              <a:defRPr sz="2850" b="1">
                <a:solidFill>
                  <a:srgbClr val="D7E6DD"/>
                </a:solidFill>
                <a:latin typeface="Arial"/>
                <a:ea typeface="Arial"/>
                <a:cs typeface="Arial"/>
              </a:defRPr>
            </a:lvl1pPr>
            <a:lvl2pPr>
              <a:defRPr sz="2850" b="1">
                <a:solidFill>
                  <a:srgbClr val="D7E6DD"/>
                </a:solidFill>
                <a:latin typeface="Arial"/>
                <a:ea typeface="Arial"/>
                <a:cs typeface="Arial"/>
              </a:defRPr>
            </a:lvl2pPr>
            <a:lvl3pPr>
              <a:defRPr sz="2850" b="1">
                <a:solidFill>
                  <a:srgbClr val="D7E6DD"/>
                </a:solidFill>
                <a:latin typeface="Arial"/>
                <a:ea typeface="Arial"/>
                <a:cs typeface="Arial"/>
              </a:defRPr>
            </a:lvl3pPr>
            <a:lvl4pPr>
              <a:defRPr sz="2850" b="1">
                <a:solidFill>
                  <a:srgbClr val="D7E6DD"/>
                </a:solidFill>
                <a:latin typeface="Arial"/>
                <a:ea typeface="Arial"/>
                <a:cs typeface="Arial"/>
              </a:defRPr>
            </a:lvl4pPr>
            <a:lvl5pPr>
              <a:defRPr sz="2850" b="1">
                <a:solidFill>
                  <a:srgbClr val="D7E6DD"/>
                </a:solidFill>
                <a:latin typeface="Arial"/>
                <a:ea typeface="Arial"/>
                <a:cs typeface="Arial"/>
              </a:defRPr>
            </a:lvl5pPr>
            <a:lvl6pPr>
              <a:defRPr sz="2850" b="1">
                <a:solidFill>
                  <a:srgbClr val="D7E6DD"/>
                </a:solidFill>
                <a:latin typeface="Arial"/>
                <a:ea typeface="Arial"/>
                <a:cs typeface="Arial"/>
              </a:defRPr>
            </a:lvl6pPr>
            <a:lvl7pPr>
              <a:defRPr sz="2850" b="1">
                <a:solidFill>
                  <a:srgbClr val="D7E6DD"/>
                </a:solidFill>
                <a:latin typeface="Arial"/>
                <a:ea typeface="Arial"/>
                <a:cs typeface="Arial"/>
              </a:defRPr>
            </a:lvl7pPr>
            <a:lvl8pPr>
              <a:defRPr sz="2850" b="1">
                <a:solidFill>
                  <a:srgbClr val="D7E6DD"/>
                </a:solidFill>
                <a:latin typeface="Arial"/>
                <a:ea typeface="Arial"/>
                <a:cs typeface="Arial"/>
              </a:defRPr>
            </a:lvl8pPr>
            <a:lvl9pPr>
              <a:defRPr sz="2850" b="1">
                <a:solidFill>
                  <a:srgbClr val="D7E6DD"/>
                </a:solidFill>
                <a:latin typeface="Arial"/>
                <a:ea typeface="Arial"/>
                <a:cs typeface="Arial"/>
              </a:defRPr>
            </a:lvl9pPr>
          </a:lstStyle>
          <a:p xmlns:a="http://schemas.openxmlformats.org/drawingml/2006/main">
            <a:pPr>
              <a:defRPr sz="2850" b="1">
                <a:solidFill>
                  <a:srgbClr val="D7E6DD"/>
                </a:solidFill>
                <a:latin typeface="Arial"/>
                <a:ea typeface="Arial"/>
                <a:cs typeface="Arial"/>
              </a:defRPr>
            </a:pPr>
            <a:r>
              <a:rPr sz="2850" b="1">
                <a:solidFill>
                  <a:srgbClr val="D7E6DD"/>
                </a:solidFill>
                <a:latin typeface="Arial"/>
                <a:ea typeface="Arial"/>
                <a:cs typeface="Arial"/>
              </a:rPr>
              <a:t>01</a:t>
            </a:r>
          </a:p>
        </p:txBody>
      </p:sp>
      <p:sp>
        <p:nvSpPr>
          <p:cNvPr id="5" name="text">
            <a:extLst xmlns:a="http://schemas.openxmlformats.org/drawingml/2006/main">
              <a:ext uri="{FF2B5EF4-FFF2-40B4-BE49-F238E27FC236}">
                <a16:creationId xmlns:a16="http://schemas.microsoft.com/office/drawing/2014/main" id="{C3B035A7-2D6F-42F2-8C51-AEF4DB55BB46}"/>
              </a:ext>
            </a:extLst>
          </p:cNvPr>
          <p:cNvSpPr>
            <a:spLocks xmlns:a="http://schemas.openxmlformats.org/drawingml/2006/main" noGrp="1"/>
          </p:cNvSpPr>
          <p:nvPr/>
        </p:nvSpPr>
        <p:spPr>
          <a:xfrm xmlns:a="http://schemas.openxmlformats.org/drawingml/2006/main">
            <a:off x="1666875" y="22860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5F1E8"/>
                </a:solidFill>
                <a:latin typeface="Arial"/>
                <a:ea typeface="Arial"/>
                <a:cs typeface="Arial"/>
              </a:defRPr>
            </a:defPPr>
            <a:lvl1pPr>
              <a:defRPr sz="2175" b="1">
                <a:solidFill>
                  <a:srgbClr val="F5F1E8"/>
                </a:solidFill>
                <a:latin typeface="Arial"/>
                <a:ea typeface="Arial"/>
                <a:cs typeface="Arial"/>
              </a:defRPr>
            </a:lvl1pPr>
            <a:lvl2pPr>
              <a:defRPr sz="2175" b="1">
                <a:solidFill>
                  <a:srgbClr val="F5F1E8"/>
                </a:solidFill>
                <a:latin typeface="Arial"/>
                <a:ea typeface="Arial"/>
                <a:cs typeface="Arial"/>
              </a:defRPr>
            </a:lvl2pPr>
            <a:lvl3pPr>
              <a:defRPr sz="2175" b="1">
                <a:solidFill>
                  <a:srgbClr val="F5F1E8"/>
                </a:solidFill>
                <a:latin typeface="Arial"/>
                <a:ea typeface="Arial"/>
                <a:cs typeface="Arial"/>
              </a:defRPr>
            </a:lvl3pPr>
            <a:lvl4pPr>
              <a:defRPr sz="2175" b="1">
                <a:solidFill>
                  <a:srgbClr val="F5F1E8"/>
                </a:solidFill>
                <a:latin typeface="Arial"/>
                <a:ea typeface="Arial"/>
                <a:cs typeface="Arial"/>
              </a:defRPr>
            </a:lvl4pPr>
            <a:lvl5pPr>
              <a:defRPr sz="2175" b="1">
                <a:solidFill>
                  <a:srgbClr val="F5F1E8"/>
                </a:solidFill>
                <a:latin typeface="Arial"/>
                <a:ea typeface="Arial"/>
                <a:cs typeface="Arial"/>
              </a:defRPr>
            </a:lvl5pPr>
            <a:lvl6pPr>
              <a:defRPr sz="2175" b="1">
                <a:solidFill>
                  <a:srgbClr val="F5F1E8"/>
                </a:solidFill>
                <a:latin typeface="Arial"/>
                <a:ea typeface="Arial"/>
                <a:cs typeface="Arial"/>
              </a:defRPr>
            </a:lvl6pPr>
            <a:lvl7pPr>
              <a:defRPr sz="2175" b="1">
                <a:solidFill>
                  <a:srgbClr val="F5F1E8"/>
                </a:solidFill>
                <a:latin typeface="Arial"/>
                <a:ea typeface="Arial"/>
                <a:cs typeface="Arial"/>
              </a:defRPr>
            </a:lvl7pPr>
            <a:lvl8pPr>
              <a:defRPr sz="2175" b="1">
                <a:solidFill>
                  <a:srgbClr val="F5F1E8"/>
                </a:solidFill>
                <a:latin typeface="Arial"/>
                <a:ea typeface="Arial"/>
                <a:cs typeface="Arial"/>
              </a:defRPr>
            </a:lvl8pPr>
            <a:lvl9pPr>
              <a:defRPr sz="2175" b="1">
                <a:solidFill>
                  <a:srgbClr val="F5F1E8"/>
                </a:solidFill>
                <a:latin typeface="Arial"/>
                <a:ea typeface="Arial"/>
                <a:cs typeface="Arial"/>
              </a:defRPr>
            </a:lvl9pPr>
          </a:lstStyle>
          <a:p xmlns:a="http://schemas.openxmlformats.org/drawingml/2006/main">
            <a:pPr>
              <a:defRPr sz="2175" b="1">
                <a:solidFill>
                  <a:srgbClr val="F5F1E8"/>
                </a:solidFill>
                <a:latin typeface="Arial"/>
                <a:ea typeface="Arial"/>
                <a:cs typeface="Arial"/>
              </a:defRPr>
            </a:pPr>
            <a:r>
              <a:rPr sz="2175" b="1">
                <a:solidFill>
                  <a:srgbClr val="F5F1E8"/>
                </a:solidFill>
                <a:latin typeface="Arial"/>
                <a:ea typeface="Arial"/>
                <a:cs typeface="Arial"/>
              </a:rPr>
              <a:t>План</a:t>
            </a:r>
          </a:p>
        </p:txBody>
      </p:sp>
      <p:sp>
        <p:nvSpPr>
          <p:cNvPr id="6" name="text">
            <a:extLst xmlns:a="http://schemas.openxmlformats.org/drawingml/2006/main">
              <a:ext uri="{FF2B5EF4-FFF2-40B4-BE49-F238E27FC236}">
                <a16:creationId xmlns:a16="http://schemas.microsoft.com/office/drawing/2014/main" id="{7131B182-85AF-4603-88D7-968E756E2E8A}"/>
              </a:ext>
            </a:extLst>
          </p:cNvPr>
          <p:cNvSpPr>
            <a:spLocks xmlns:a="http://schemas.openxmlformats.org/drawingml/2006/main" noGrp="1"/>
          </p:cNvSpPr>
          <p:nvPr/>
        </p:nvSpPr>
        <p:spPr>
          <a:xfrm xmlns:a="http://schemas.openxmlformats.org/drawingml/2006/main">
            <a:off x="5095875" y="2305050"/>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7E6DD"/>
                </a:solidFill>
                <a:latin typeface="Arial"/>
                <a:ea typeface="Arial"/>
                <a:cs typeface="Arial"/>
              </a:defRPr>
            </a:defPPr>
            <a:lvl1pPr>
              <a:defRPr sz="1950" b="0">
                <a:solidFill>
                  <a:srgbClr val="D7E6DD"/>
                </a:solidFill>
                <a:latin typeface="Arial"/>
                <a:ea typeface="Arial"/>
                <a:cs typeface="Arial"/>
              </a:defRPr>
            </a:lvl1pPr>
            <a:lvl2pPr>
              <a:defRPr sz="1950" b="0">
                <a:solidFill>
                  <a:srgbClr val="D7E6DD"/>
                </a:solidFill>
                <a:latin typeface="Arial"/>
                <a:ea typeface="Arial"/>
                <a:cs typeface="Arial"/>
              </a:defRPr>
            </a:lvl2pPr>
            <a:lvl3pPr>
              <a:defRPr sz="1950" b="0">
                <a:solidFill>
                  <a:srgbClr val="D7E6DD"/>
                </a:solidFill>
                <a:latin typeface="Arial"/>
                <a:ea typeface="Arial"/>
                <a:cs typeface="Arial"/>
              </a:defRPr>
            </a:lvl3pPr>
            <a:lvl4pPr>
              <a:defRPr sz="1950" b="0">
                <a:solidFill>
                  <a:srgbClr val="D7E6DD"/>
                </a:solidFill>
                <a:latin typeface="Arial"/>
                <a:ea typeface="Arial"/>
                <a:cs typeface="Arial"/>
              </a:defRPr>
            </a:lvl4pPr>
            <a:lvl5pPr>
              <a:defRPr sz="1950" b="0">
                <a:solidFill>
                  <a:srgbClr val="D7E6DD"/>
                </a:solidFill>
                <a:latin typeface="Arial"/>
                <a:ea typeface="Arial"/>
                <a:cs typeface="Arial"/>
              </a:defRPr>
            </a:lvl5pPr>
            <a:lvl6pPr>
              <a:defRPr sz="1950" b="0">
                <a:solidFill>
                  <a:srgbClr val="D7E6DD"/>
                </a:solidFill>
                <a:latin typeface="Arial"/>
                <a:ea typeface="Arial"/>
                <a:cs typeface="Arial"/>
              </a:defRPr>
            </a:lvl6pPr>
            <a:lvl7pPr>
              <a:defRPr sz="1950" b="0">
                <a:solidFill>
                  <a:srgbClr val="D7E6DD"/>
                </a:solidFill>
                <a:latin typeface="Arial"/>
                <a:ea typeface="Arial"/>
                <a:cs typeface="Arial"/>
              </a:defRPr>
            </a:lvl7pPr>
            <a:lvl8pPr>
              <a:defRPr sz="1950" b="0">
                <a:solidFill>
                  <a:srgbClr val="D7E6DD"/>
                </a:solidFill>
                <a:latin typeface="Arial"/>
                <a:ea typeface="Arial"/>
                <a:cs typeface="Arial"/>
              </a:defRPr>
            </a:lvl8pPr>
            <a:lvl9pPr>
              <a:defRPr sz="1950" b="0">
                <a:solidFill>
                  <a:srgbClr val="D7E6DD"/>
                </a:solidFill>
                <a:latin typeface="Arial"/>
                <a:ea typeface="Arial"/>
                <a:cs typeface="Arial"/>
              </a:defRPr>
            </a:lvl9pPr>
          </a:lstStyle>
          <a:p xmlns:a="http://schemas.openxmlformats.org/drawingml/2006/main">
            <a:pPr>
              <a:defRPr sz="1950" b="0">
                <a:solidFill>
                  <a:srgbClr val="D7E6DD"/>
                </a:solidFill>
                <a:latin typeface="Arial"/>
                <a:ea typeface="Arial"/>
                <a:cs typeface="Arial"/>
              </a:defRPr>
            </a:pPr>
            <a:r>
              <a:rPr sz="1950" b="0">
                <a:solidFill>
                  <a:srgbClr val="D7E6DD"/>
                </a:solidFill>
                <a:latin typeface="Arial"/>
                <a:ea typeface="Arial"/>
                <a:cs typeface="Arial"/>
              </a:rPr>
              <a:t>Положительные примеры и контрпримеры задают запросы.</a:t>
            </a:r>
          </a:p>
        </p:txBody>
      </p:sp>
      <p:sp>
        <p:nvSpPr>
          <p:cNvPr id="7" name="text">
            <a:extLst xmlns:a="http://schemas.openxmlformats.org/drawingml/2006/main">
              <a:ext uri="{FF2B5EF4-FFF2-40B4-BE49-F238E27FC236}">
                <a16:creationId xmlns:a16="http://schemas.microsoft.com/office/drawing/2014/main" id="{3AAF1CA4-F382-4DA5-88F1-EC7194BB1BDC}"/>
              </a:ext>
            </a:extLst>
          </p:cNvPr>
          <p:cNvSpPr>
            <a:spLocks xmlns:a="http://schemas.openxmlformats.org/drawingml/2006/main" noGrp="1"/>
          </p:cNvSpPr>
          <p:nvPr/>
        </p:nvSpPr>
        <p:spPr>
          <a:xfrm xmlns:a="http://schemas.openxmlformats.org/drawingml/2006/main">
            <a:off x="628650" y="314325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D7E6DD"/>
                </a:solidFill>
                <a:latin typeface="Arial"/>
                <a:ea typeface="Arial"/>
                <a:cs typeface="Arial"/>
              </a:defRPr>
            </a:defPPr>
            <a:lvl1pPr>
              <a:defRPr sz="2850" b="1">
                <a:solidFill>
                  <a:srgbClr val="D7E6DD"/>
                </a:solidFill>
                <a:latin typeface="Arial"/>
                <a:ea typeface="Arial"/>
                <a:cs typeface="Arial"/>
              </a:defRPr>
            </a:lvl1pPr>
            <a:lvl2pPr>
              <a:defRPr sz="2850" b="1">
                <a:solidFill>
                  <a:srgbClr val="D7E6DD"/>
                </a:solidFill>
                <a:latin typeface="Arial"/>
                <a:ea typeface="Arial"/>
                <a:cs typeface="Arial"/>
              </a:defRPr>
            </a:lvl2pPr>
            <a:lvl3pPr>
              <a:defRPr sz="2850" b="1">
                <a:solidFill>
                  <a:srgbClr val="D7E6DD"/>
                </a:solidFill>
                <a:latin typeface="Arial"/>
                <a:ea typeface="Arial"/>
                <a:cs typeface="Arial"/>
              </a:defRPr>
            </a:lvl3pPr>
            <a:lvl4pPr>
              <a:defRPr sz="2850" b="1">
                <a:solidFill>
                  <a:srgbClr val="D7E6DD"/>
                </a:solidFill>
                <a:latin typeface="Arial"/>
                <a:ea typeface="Arial"/>
                <a:cs typeface="Arial"/>
              </a:defRPr>
            </a:lvl4pPr>
            <a:lvl5pPr>
              <a:defRPr sz="2850" b="1">
                <a:solidFill>
                  <a:srgbClr val="D7E6DD"/>
                </a:solidFill>
                <a:latin typeface="Arial"/>
                <a:ea typeface="Arial"/>
                <a:cs typeface="Arial"/>
              </a:defRPr>
            </a:lvl5pPr>
            <a:lvl6pPr>
              <a:defRPr sz="2850" b="1">
                <a:solidFill>
                  <a:srgbClr val="D7E6DD"/>
                </a:solidFill>
                <a:latin typeface="Arial"/>
                <a:ea typeface="Arial"/>
                <a:cs typeface="Arial"/>
              </a:defRPr>
            </a:lvl6pPr>
            <a:lvl7pPr>
              <a:defRPr sz="2850" b="1">
                <a:solidFill>
                  <a:srgbClr val="D7E6DD"/>
                </a:solidFill>
                <a:latin typeface="Arial"/>
                <a:ea typeface="Arial"/>
                <a:cs typeface="Arial"/>
              </a:defRPr>
            </a:lvl7pPr>
            <a:lvl8pPr>
              <a:defRPr sz="2850" b="1">
                <a:solidFill>
                  <a:srgbClr val="D7E6DD"/>
                </a:solidFill>
                <a:latin typeface="Arial"/>
                <a:ea typeface="Arial"/>
                <a:cs typeface="Arial"/>
              </a:defRPr>
            </a:lvl8pPr>
            <a:lvl9pPr>
              <a:defRPr sz="2850" b="1">
                <a:solidFill>
                  <a:srgbClr val="D7E6DD"/>
                </a:solidFill>
                <a:latin typeface="Arial"/>
                <a:ea typeface="Arial"/>
                <a:cs typeface="Arial"/>
              </a:defRPr>
            </a:lvl9pPr>
          </a:lstStyle>
          <a:p xmlns:a="http://schemas.openxmlformats.org/drawingml/2006/main">
            <a:pPr>
              <a:defRPr sz="2850" b="1">
                <a:solidFill>
                  <a:srgbClr val="D7E6DD"/>
                </a:solidFill>
                <a:latin typeface="Arial"/>
                <a:ea typeface="Arial"/>
                <a:cs typeface="Arial"/>
              </a:defRPr>
            </a:pPr>
            <a:r>
              <a:rPr sz="2850" b="1">
                <a:solidFill>
                  <a:srgbClr val="D7E6DD"/>
                </a:solidFill>
                <a:latin typeface="Arial"/>
                <a:ea typeface="Arial"/>
                <a:cs typeface="Arial"/>
              </a:rPr>
              <a:t>02</a:t>
            </a:r>
          </a:p>
        </p:txBody>
      </p:sp>
      <p:sp>
        <p:nvSpPr>
          <p:cNvPr id="8" name="text">
            <a:extLst xmlns:a="http://schemas.openxmlformats.org/drawingml/2006/main">
              <a:ext uri="{FF2B5EF4-FFF2-40B4-BE49-F238E27FC236}">
                <a16:creationId xmlns:a16="http://schemas.microsoft.com/office/drawing/2014/main" id="{277F61D6-1ABF-495C-8DD7-C9E6323AB6A7}"/>
              </a:ext>
            </a:extLst>
          </p:cNvPr>
          <p:cNvSpPr>
            <a:spLocks xmlns:a="http://schemas.openxmlformats.org/drawingml/2006/main" noGrp="1"/>
          </p:cNvSpPr>
          <p:nvPr/>
        </p:nvSpPr>
        <p:spPr>
          <a:xfrm xmlns:a="http://schemas.openxmlformats.org/drawingml/2006/main">
            <a:off x="1666875" y="31432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5F1E8"/>
                </a:solidFill>
                <a:latin typeface="Arial"/>
                <a:ea typeface="Arial"/>
                <a:cs typeface="Arial"/>
              </a:defRPr>
            </a:defPPr>
            <a:lvl1pPr>
              <a:defRPr sz="2175" b="1">
                <a:solidFill>
                  <a:srgbClr val="F5F1E8"/>
                </a:solidFill>
                <a:latin typeface="Arial"/>
                <a:ea typeface="Arial"/>
                <a:cs typeface="Arial"/>
              </a:defRPr>
            </a:lvl1pPr>
            <a:lvl2pPr>
              <a:defRPr sz="2175" b="1">
                <a:solidFill>
                  <a:srgbClr val="F5F1E8"/>
                </a:solidFill>
                <a:latin typeface="Arial"/>
                <a:ea typeface="Arial"/>
                <a:cs typeface="Arial"/>
              </a:defRPr>
            </a:lvl2pPr>
            <a:lvl3pPr>
              <a:defRPr sz="2175" b="1">
                <a:solidFill>
                  <a:srgbClr val="F5F1E8"/>
                </a:solidFill>
                <a:latin typeface="Arial"/>
                <a:ea typeface="Arial"/>
                <a:cs typeface="Arial"/>
              </a:defRPr>
            </a:lvl3pPr>
            <a:lvl4pPr>
              <a:defRPr sz="2175" b="1">
                <a:solidFill>
                  <a:srgbClr val="F5F1E8"/>
                </a:solidFill>
                <a:latin typeface="Arial"/>
                <a:ea typeface="Arial"/>
                <a:cs typeface="Arial"/>
              </a:defRPr>
            </a:lvl4pPr>
            <a:lvl5pPr>
              <a:defRPr sz="2175" b="1">
                <a:solidFill>
                  <a:srgbClr val="F5F1E8"/>
                </a:solidFill>
                <a:latin typeface="Arial"/>
                <a:ea typeface="Arial"/>
                <a:cs typeface="Arial"/>
              </a:defRPr>
            </a:lvl5pPr>
            <a:lvl6pPr>
              <a:defRPr sz="2175" b="1">
                <a:solidFill>
                  <a:srgbClr val="F5F1E8"/>
                </a:solidFill>
                <a:latin typeface="Arial"/>
                <a:ea typeface="Arial"/>
                <a:cs typeface="Arial"/>
              </a:defRPr>
            </a:lvl6pPr>
            <a:lvl7pPr>
              <a:defRPr sz="2175" b="1">
                <a:solidFill>
                  <a:srgbClr val="F5F1E8"/>
                </a:solidFill>
                <a:latin typeface="Arial"/>
                <a:ea typeface="Arial"/>
                <a:cs typeface="Arial"/>
              </a:defRPr>
            </a:lvl7pPr>
            <a:lvl8pPr>
              <a:defRPr sz="2175" b="1">
                <a:solidFill>
                  <a:srgbClr val="F5F1E8"/>
                </a:solidFill>
                <a:latin typeface="Arial"/>
                <a:ea typeface="Arial"/>
                <a:cs typeface="Arial"/>
              </a:defRPr>
            </a:lvl8pPr>
            <a:lvl9pPr>
              <a:defRPr sz="2175" b="1">
                <a:solidFill>
                  <a:srgbClr val="F5F1E8"/>
                </a:solidFill>
                <a:latin typeface="Arial"/>
                <a:ea typeface="Arial"/>
                <a:cs typeface="Arial"/>
              </a:defRPr>
            </a:lvl9pPr>
          </a:lstStyle>
          <a:p xmlns:a="http://schemas.openxmlformats.org/drawingml/2006/main">
            <a:pPr>
              <a:defRPr sz="2175" b="1">
                <a:solidFill>
                  <a:srgbClr val="F5F1E8"/>
                </a:solidFill>
                <a:latin typeface="Arial"/>
                <a:ea typeface="Arial"/>
                <a:cs typeface="Arial"/>
              </a:defRPr>
            </a:pPr>
            <a:r>
              <a:rPr sz="2175" b="1">
                <a:solidFill>
                  <a:srgbClr val="F5F1E8"/>
                </a:solidFill>
                <a:latin typeface="Arial"/>
                <a:ea typeface="Arial"/>
                <a:cs typeface="Arial"/>
              </a:rPr>
              <a:t>Поиск</a:t>
            </a:r>
          </a:p>
        </p:txBody>
      </p:sp>
      <p:sp>
        <p:nvSpPr>
          <p:cNvPr id="9" name="text">
            <a:extLst xmlns:a="http://schemas.openxmlformats.org/drawingml/2006/main">
              <a:ext uri="{FF2B5EF4-FFF2-40B4-BE49-F238E27FC236}">
                <a16:creationId xmlns:a16="http://schemas.microsoft.com/office/drawing/2014/main" id="{A2AA82D2-315F-4501-8494-9092AB43A9E1}"/>
              </a:ext>
            </a:extLst>
          </p:cNvPr>
          <p:cNvSpPr>
            <a:spLocks xmlns:a="http://schemas.openxmlformats.org/drawingml/2006/main" noGrp="1"/>
          </p:cNvSpPr>
          <p:nvPr/>
        </p:nvSpPr>
        <p:spPr>
          <a:xfrm xmlns:a="http://schemas.openxmlformats.org/drawingml/2006/main">
            <a:off x="5095875" y="3162300"/>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7E6DD"/>
                </a:solidFill>
                <a:latin typeface="Arial"/>
                <a:ea typeface="Arial"/>
                <a:cs typeface="Arial"/>
              </a:defRPr>
            </a:defPPr>
            <a:lvl1pPr>
              <a:defRPr sz="1950" b="0">
                <a:solidFill>
                  <a:srgbClr val="D7E6DD"/>
                </a:solidFill>
                <a:latin typeface="Arial"/>
                <a:ea typeface="Arial"/>
                <a:cs typeface="Arial"/>
              </a:defRPr>
            </a:lvl1pPr>
            <a:lvl2pPr>
              <a:defRPr sz="1950" b="0">
                <a:solidFill>
                  <a:srgbClr val="D7E6DD"/>
                </a:solidFill>
                <a:latin typeface="Arial"/>
                <a:ea typeface="Arial"/>
                <a:cs typeface="Arial"/>
              </a:defRPr>
            </a:lvl2pPr>
            <a:lvl3pPr>
              <a:defRPr sz="1950" b="0">
                <a:solidFill>
                  <a:srgbClr val="D7E6DD"/>
                </a:solidFill>
                <a:latin typeface="Arial"/>
                <a:ea typeface="Arial"/>
                <a:cs typeface="Arial"/>
              </a:defRPr>
            </a:lvl3pPr>
            <a:lvl4pPr>
              <a:defRPr sz="1950" b="0">
                <a:solidFill>
                  <a:srgbClr val="D7E6DD"/>
                </a:solidFill>
                <a:latin typeface="Arial"/>
                <a:ea typeface="Arial"/>
                <a:cs typeface="Arial"/>
              </a:defRPr>
            </a:lvl4pPr>
            <a:lvl5pPr>
              <a:defRPr sz="1950" b="0">
                <a:solidFill>
                  <a:srgbClr val="D7E6DD"/>
                </a:solidFill>
                <a:latin typeface="Arial"/>
                <a:ea typeface="Arial"/>
                <a:cs typeface="Arial"/>
              </a:defRPr>
            </a:lvl5pPr>
            <a:lvl6pPr>
              <a:defRPr sz="1950" b="0">
                <a:solidFill>
                  <a:srgbClr val="D7E6DD"/>
                </a:solidFill>
                <a:latin typeface="Arial"/>
                <a:ea typeface="Arial"/>
                <a:cs typeface="Arial"/>
              </a:defRPr>
            </a:lvl6pPr>
            <a:lvl7pPr>
              <a:defRPr sz="1950" b="0">
                <a:solidFill>
                  <a:srgbClr val="D7E6DD"/>
                </a:solidFill>
                <a:latin typeface="Arial"/>
                <a:ea typeface="Arial"/>
                <a:cs typeface="Arial"/>
              </a:defRPr>
            </a:lvl7pPr>
            <a:lvl8pPr>
              <a:defRPr sz="1950" b="0">
                <a:solidFill>
                  <a:srgbClr val="D7E6DD"/>
                </a:solidFill>
                <a:latin typeface="Arial"/>
                <a:ea typeface="Arial"/>
                <a:cs typeface="Arial"/>
              </a:defRPr>
            </a:lvl8pPr>
            <a:lvl9pPr>
              <a:defRPr sz="1950" b="0">
                <a:solidFill>
                  <a:srgbClr val="D7E6DD"/>
                </a:solidFill>
                <a:latin typeface="Arial"/>
                <a:ea typeface="Arial"/>
                <a:cs typeface="Arial"/>
              </a:defRPr>
            </a:lvl9pPr>
          </a:lstStyle>
          <a:p xmlns:a="http://schemas.openxmlformats.org/drawingml/2006/main">
            <a:pPr>
              <a:defRPr sz="1950" b="0">
                <a:solidFill>
                  <a:srgbClr val="D7E6DD"/>
                </a:solidFill>
                <a:latin typeface="Arial"/>
                <a:ea typeface="Arial"/>
                <a:cs typeface="Arial"/>
              </a:defRPr>
            </a:pPr>
            <a:r>
              <a:rPr sz="1950" b="0">
                <a:solidFill>
                  <a:srgbClr val="D7E6DD"/>
                </a:solidFill>
                <a:latin typeface="Arial"/>
                <a:ea typeface="Arial"/>
                <a:cs typeface="Arial"/>
              </a:rPr>
              <a:t>Perplexity Search возвращает ссылки на вакансии.</a:t>
            </a:r>
          </a:p>
        </p:txBody>
      </p:sp>
      <p:sp>
        <p:nvSpPr>
          <p:cNvPr id="10" name="text">
            <a:extLst xmlns:a="http://schemas.openxmlformats.org/drawingml/2006/main">
              <a:ext uri="{FF2B5EF4-FFF2-40B4-BE49-F238E27FC236}">
                <a16:creationId xmlns:a16="http://schemas.microsoft.com/office/drawing/2014/main" id="{91B736D6-DEEA-403F-B4A3-39B8A36B1256}"/>
              </a:ext>
            </a:extLst>
          </p:cNvPr>
          <p:cNvSpPr>
            <a:spLocks xmlns:a="http://schemas.openxmlformats.org/drawingml/2006/main" noGrp="1"/>
          </p:cNvSpPr>
          <p:nvPr/>
        </p:nvSpPr>
        <p:spPr>
          <a:xfrm xmlns:a="http://schemas.openxmlformats.org/drawingml/2006/main">
            <a:off x="628650" y="40005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D7E6DD"/>
                </a:solidFill>
                <a:latin typeface="Arial"/>
                <a:ea typeface="Arial"/>
                <a:cs typeface="Arial"/>
              </a:defRPr>
            </a:defPPr>
            <a:lvl1pPr>
              <a:defRPr sz="2850" b="1">
                <a:solidFill>
                  <a:srgbClr val="D7E6DD"/>
                </a:solidFill>
                <a:latin typeface="Arial"/>
                <a:ea typeface="Arial"/>
                <a:cs typeface="Arial"/>
              </a:defRPr>
            </a:lvl1pPr>
            <a:lvl2pPr>
              <a:defRPr sz="2850" b="1">
                <a:solidFill>
                  <a:srgbClr val="D7E6DD"/>
                </a:solidFill>
                <a:latin typeface="Arial"/>
                <a:ea typeface="Arial"/>
                <a:cs typeface="Arial"/>
              </a:defRPr>
            </a:lvl2pPr>
            <a:lvl3pPr>
              <a:defRPr sz="2850" b="1">
                <a:solidFill>
                  <a:srgbClr val="D7E6DD"/>
                </a:solidFill>
                <a:latin typeface="Arial"/>
                <a:ea typeface="Arial"/>
                <a:cs typeface="Arial"/>
              </a:defRPr>
            </a:lvl3pPr>
            <a:lvl4pPr>
              <a:defRPr sz="2850" b="1">
                <a:solidFill>
                  <a:srgbClr val="D7E6DD"/>
                </a:solidFill>
                <a:latin typeface="Arial"/>
                <a:ea typeface="Arial"/>
                <a:cs typeface="Arial"/>
              </a:defRPr>
            </a:lvl4pPr>
            <a:lvl5pPr>
              <a:defRPr sz="2850" b="1">
                <a:solidFill>
                  <a:srgbClr val="D7E6DD"/>
                </a:solidFill>
                <a:latin typeface="Arial"/>
                <a:ea typeface="Arial"/>
                <a:cs typeface="Arial"/>
              </a:defRPr>
            </a:lvl5pPr>
            <a:lvl6pPr>
              <a:defRPr sz="2850" b="1">
                <a:solidFill>
                  <a:srgbClr val="D7E6DD"/>
                </a:solidFill>
                <a:latin typeface="Arial"/>
                <a:ea typeface="Arial"/>
                <a:cs typeface="Arial"/>
              </a:defRPr>
            </a:lvl6pPr>
            <a:lvl7pPr>
              <a:defRPr sz="2850" b="1">
                <a:solidFill>
                  <a:srgbClr val="D7E6DD"/>
                </a:solidFill>
                <a:latin typeface="Arial"/>
                <a:ea typeface="Arial"/>
                <a:cs typeface="Arial"/>
              </a:defRPr>
            </a:lvl7pPr>
            <a:lvl8pPr>
              <a:defRPr sz="2850" b="1">
                <a:solidFill>
                  <a:srgbClr val="D7E6DD"/>
                </a:solidFill>
                <a:latin typeface="Arial"/>
                <a:ea typeface="Arial"/>
                <a:cs typeface="Arial"/>
              </a:defRPr>
            </a:lvl8pPr>
            <a:lvl9pPr>
              <a:defRPr sz="2850" b="1">
                <a:solidFill>
                  <a:srgbClr val="D7E6DD"/>
                </a:solidFill>
                <a:latin typeface="Arial"/>
                <a:ea typeface="Arial"/>
                <a:cs typeface="Arial"/>
              </a:defRPr>
            </a:lvl9pPr>
          </a:lstStyle>
          <a:p xmlns:a="http://schemas.openxmlformats.org/drawingml/2006/main">
            <a:pPr>
              <a:defRPr sz="2850" b="1">
                <a:solidFill>
                  <a:srgbClr val="D7E6DD"/>
                </a:solidFill>
                <a:latin typeface="Arial"/>
                <a:ea typeface="Arial"/>
                <a:cs typeface="Arial"/>
              </a:defRPr>
            </a:pPr>
            <a:r>
              <a:rPr sz="2850" b="1">
                <a:solidFill>
                  <a:srgbClr val="D7E6DD"/>
                </a:solidFill>
                <a:latin typeface="Arial"/>
                <a:ea typeface="Arial"/>
                <a:cs typeface="Arial"/>
              </a:rPr>
              <a:t>03</a:t>
            </a:r>
          </a:p>
        </p:txBody>
      </p:sp>
      <p:sp>
        <p:nvSpPr>
          <p:cNvPr id="11" name="text">
            <a:extLst xmlns:a="http://schemas.openxmlformats.org/drawingml/2006/main">
              <a:ext uri="{FF2B5EF4-FFF2-40B4-BE49-F238E27FC236}">
                <a16:creationId xmlns:a16="http://schemas.microsoft.com/office/drawing/2014/main" id="{99E091DD-B9DD-4EE6-9272-EF0B549A9525}"/>
              </a:ext>
            </a:extLst>
          </p:cNvPr>
          <p:cNvSpPr>
            <a:spLocks xmlns:a="http://schemas.openxmlformats.org/drawingml/2006/main" noGrp="1"/>
          </p:cNvSpPr>
          <p:nvPr/>
        </p:nvSpPr>
        <p:spPr>
          <a:xfrm xmlns:a="http://schemas.openxmlformats.org/drawingml/2006/main">
            <a:off x="1666875" y="40005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5F1E8"/>
                </a:solidFill>
                <a:latin typeface="Arial"/>
                <a:ea typeface="Arial"/>
                <a:cs typeface="Arial"/>
              </a:defRPr>
            </a:defPPr>
            <a:lvl1pPr>
              <a:defRPr sz="2175" b="1">
                <a:solidFill>
                  <a:srgbClr val="F5F1E8"/>
                </a:solidFill>
                <a:latin typeface="Arial"/>
                <a:ea typeface="Arial"/>
                <a:cs typeface="Arial"/>
              </a:defRPr>
            </a:lvl1pPr>
            <a:lvl2pPr>
              <a:defRPr sz="2175" b="1">
                <a:solidFill>
                  <a:srgbClr val="F5F1E8"/>
                </a:solidFill>
                <a:latin typeface="Arial"/>
                <a:ea typeface="Arial"/>
                <a:cs typeface="Arial"/>
              </a:defRPr>
            </a:lvl2pPr>
            <a:lvl3pPr>
              <a:defRPr sz="2175" b="1">
                <a:solidFill>
                  <a:srgbClr val="F5F1E8"/>
                </a:solidFill>
                <a:latin typeface="Arial"/>
                <a:ea typeface="Arial"/>
                <a:cs typeface="Arial"/>
              </a:defRPr>
            </a:lvl3pPr>
            <a:lvl4pPr>
              <a:defRPr sz="2175" b="1">
                <a:solidFill>
                  <a:srgbClr val="F5F1E8"/>
                </a:solidFill>
                <a:latin typeface="Arial"/>
                <a:ea typeface="Arial"/>
                <a:cs typeface="Arial"/>
              </a:defRPr>
            </a:lvl4pPr>
            <a:lvl5pPr>
              <a:defRPr sz="2175" b="1">
                <a:solidFill>
                  <a:srgbClr val="F5F1E8"/>
                </a:solidFill>
                <a:latin typeface="Arial"/>
                <a:ea typeface="Arial"/>
                <a:cs typeface="Arial"/>
              </a:defRPr>
            </a:lvl5pPr>
            <a:lvl6pPr>
              <a:defRPr sz="2175" b="1">
                <a:solidFill>
                  <a:srgbClr val="F5F1E8"/>
                </a:solidFill>
                <a:latin typeface="Arial"/>
                <a:ea typeface="Arial"/>
                <a:cs typeface="Arial"/>
              </a:defRPr>
            </a:lvl6pPr>
            <a:lvl7pPr>
              <a:defRPr sz="2175" b="1">
                <a:solidFill>
                  <a:srgbClr val="F5F1E8"/>
                </a:solidFill>
                <a:latin typeface="Arial"/>
                <a:ea typeface="Arial"/>
                <a:cs typeface="Arial"/>
              </a:defRPr>
            </a:lvl7pPr>
            <a:lvl8pPr>
              <a:defRPr sz="2175" b="1">
                <a:solidFill>
                  <a:srgbClr val="F5F1E8"/>
                </a:solidFill>
                <a:latin typeface="Arial"/>
                <a:ea typeface="Arial"/>
                <a:cs typeface="Arial"/>
              </a:defRPr>
            </a:lvl8pPr>
            <a:lvl9pPr>
              <a:defRPr sz="2175" b="1">
                <a:solidFill>
                  <a:srgbClr val="F5F1E8"/>
                </a:solidFill>
                <a:latin typeface="Arial"/>
                <a:ea typeface="Arial"/>
                <a:cs typeface="Arial"/>
              </a:defRPr>
            </a:lvl9pPr>
          </a:lstStyle>
          <a:p xmlns:a="http://schemas.openxmlformats.org/drawingml/2006/main">
            <a:pPr>
              <a:defRPr sz="2175" b="1">
                <a:solidFill>
                  <a:srgbClr val="F5F1E8"/>
                </a:solidFill>
                <a:latin typeface="Arial"/>
                <a:ea typeface="Arial"/>
                <a:cs typeface="Arial"/>
              </a:defRPr>
            </a:pPr>
            <a:r>
              <a:rPr sz="2175" b="1">
                <a:solidFill>
                  <a:srgbClr val="F5F1E8"/>
                </a:solidFill>
                <a:latin typeface="Arial"/>
                <a:ea typeface="Arial"/>
                <a:cs typeface="Arial"/>
              </a:rPr>
              <a:t>Проверка</a:t>
            </a:r>
          </a:p>
        </p:txBody>
      </p:sp>
      <p:sp>
        <p:nvSpPr>
          <p:cNvPr id="12" name="text">
            <a:extLst xmlns:a="http://schemas.openxmlformats.org/drawingml/2006/main">
              <a:ext uri="{FF2B5EF4-FFF2-40B4-BE49-F238E27FC236}">
                <a16:creationId xmlns:a16="http://schemas.microsoft.com/office/drawing/2014/main" id="{4EDB99E8-7EAA-4164-80C0-FCCB53F2FF3A}"/>
              </a:ext>
            </a:extLst>
          </p:cNvPr>
          <p:cNvSpPr>
            <a:spLocks xmlns:a="http://schemas.openxmlformats.org/drawingml/2006/main" noGrp="1"/>
          </p:cNvSpPr>
          <p:nvPr/>
        </p:nvSpPr>
        <p:spPr>
          <a:xfrm xmlns:a="http://schemas.openxmlformats.org/drawingml/2006/main">
            <a:off x="5095875" y="4019550"/>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7E6DD"/>
                </a:solidFill>
                <a:latin typeface="Arial"/>
                <a:ea typeface="Arial"/>
                <a:cs typeface="Arial"/>
              </a:defRPr>
            </a:defPPr>
            <a:lvl1pPr>
              <a:defRPr sz="1950" b="0">
                <a:solidFill>
                  <a:srgbClr val="D7E6DD"/>
                </a:solidFill>
                <a:latin typeface="Arial"/>
                <a:ea typeface="Arial"/>
                <a:cs typeface="Arial"/>
              </a:defRPr>
            </a:lvl1pPr>
            <a:lvl2pPr>
              <a:defRPr sz="1950" b="0">
                <a:solidFill>
                  <a:srgbClr val="D7E6DD"/>
                </a:solidFill>
                <a:latin typeface="Arial"/>
                <a:ea typeface="Arial"/>
                <a:cs typeface="Arial"/>
              </a:defRPr>
            </a:lvl2pPr>
            <a:lvl3pPr>
              <a:defRPr sz="1950" b="0">
                <a:solidFill>
                  <a:srgbClr val="D7E6DD"/>
                </a:solidFill>
                <a:latin typeface="Arial"/>
                <a:ea typeface="Arial"/>
                <a:cs typeface="Arial"/>
              </a:defRPr>
            </a:lvl3pPr>
            <a:lvl4pPr>
              <a:defRPr sz="1950" b="0">
                <a:solidFill>
                  <a:srgbClr val="D7E6DD"/>
                </a:solidFill>
                <a:latin typeface="Arial"/>
                <a:ea typeface="Arial"/>
                <a:cs typeface="Arial"/>
              </a:defRPr>
            </a:lvl4pPr>
            <a:lvl5pPr>
              <a:defRPr sz="1950" b="0">
                <a:solidFill>
                  <a:srgbClr val="D7E6DD"/>
                </a:solidFill>
                <a:latin typeface="Arial"/>
                <a:ea typeface="Arial"/>
                <a:cs typeface="Arial"/>
              </a:defRPr>
            </a:lvl5pPr>
            <a:lvl6pPr>
              <a:defRPr sz="1950" b="0">
                <a:solidFill>
                  <a:srgbClr val="D7E6DD"/>
                </a:solidFill>
                <a:latin typeface="Arial"/>
                <a:ea typeface="Arial"/>
                <a:cs typeface="Arial"/>
              </a:defRPr>
            </a:lvl6pPr>
            <a:lvl7pPr>
              <a:defRPr sz="1950" b="0">
                <a:solidFill>
                  <a:srgbClr val="D7E6DD"/>
                </a:solidFill>
                <a:latin typeface="Arial"/>
                <a:ea typeface="Arial"/>
                <a:cs typeface="Arial"/>
              </a:defRPr>
            </a:lvl7pPr>
            <a:lvl8pPr>
              <a:defRPr sz="1950" b="0">
                <a:solidFill>
                  <a:srgbClr val="D7E6DD"/>
                </a:solidFill>
                <a:latin typeface="Arial"/>
                <a:ea typeface="Arial"/>
                <a:cs typeface="Arial"/>
              </a:defRPr>
            </a:lvl8pPr>
            <a:lvl9pPr>
              <a:defRPr sz="1950" b="0">
                <a:solidFill>
                  <a:srgbClr val="D7E6DD"/>
                </a:solidFill>
                <a:latin typeface="Arial"/>
                <a:ea typeface="Arial"/>
                <a:cs typeface="Arial"/>
              </a:defRPr>
            </a:lvl9pPr>
          </a:lstStyle>
          <a:p xmlns:a="http://schemas.openxmlformats.org/drawingml/2006/main">
            <a:pPr>
              <a:defRPr sz="1950" b="0">
                <a:solidFill>
                  <a:srgbClr val="D7E6DD"/>
                </a:solidFill>
                <a:latin typeface="Arial"/>
                <a:ea typeface="Arial"/>
                <a:cs typeface="Arial"/>
              </a:defRPr>
            </a:pPr>
            <a:r>
              <a:rPr sz="1950" b="0">
                <a:solidFill>
                  <a:srgbClr val="D7E6DD"/>
                </a:solidFill>
                <a:latin typeface="Arial"/>
                <a:ea typeface="Arial"/>
                <a:cs typeface="Arial"/>
              </a:rPr>
              <a:t>Загрузчик получает полный текст, модель оценивает кандидата.</a:t>
            </a:r>
          </a:p>
        </p:txBody>
      </p:sp>
      <p:sp>
        <p:nvSpPr>
          <p:cNvPr id="13" name="text">
            <a:extLst xmlns:a="http://schemas.openxmlformats.org/drawingml/2006/main">
              <a:ext uri="{FF2B5EF4-FFF2-40B4-BE49-F238E27FC236}">
                <a16:creationId xmlns:a16="http://schemas.microsoft.com/office/drawing/2014/main" id="{8409E020-FF78-44B6-ACE1-6EC6BF599DBB}"/>
              </a:ext>
            </a:extLst>
          </p:cNvPr>
          <p:cNvSpPr>
            <a:spLocks xmlns:a="http://schemas.openxmlformats.org/drawingml/2006/main" noGrp="1"/>
          </p:cNvSpPr>
          <p:nvPr/>
        </p:nvSpPr>
        <p:spPr>
          <a:xfrm xmlns:a="http://schemas.openxmlformats.org/drawingml/2006/main">
            <a:off x="628650" y="485775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D7E6DD"/>
                </a:solidFill>
                <a:latin typeface="Arial"/>
                <a:ea typeface="Arial"/>
                <a:cs typeface="Arial"/>
              </a:defRPr>
            </a:defPPr>
            <a:lvl1pPr>
              <a:defRPr sz="2850" b="1">
                <a:solidFill>
                  <a:srgbClr val="D7E6DD"/>
                </a:solidFill>
                <a:latin typeface="Arial"/>
                <a:ea typeface="Arial"/>
                <a:cs typeface="Arial"/>
              </a:defRPr>
            </a:lvl1pPr>
            <a:lvl2pPr>
              <a:defRPr sz="2850" b="1">
                <a:solidFill>
                  <a:srgbClr val="D7E6DD"/>
                </a:solidFill>
                <a:latin typeface="Arial"/>
                <a:ea typeface="Arial"/>
                <a:cs typeface="Arial"/>
              </a:defRPr>
            </a:lvl2pPr>
            <a:lvl3pPr>
              <a:defRPr sz="2850" b="1">
                <a:solidFill>
                  <a:srgbClr val="D7E6DD"/>
                </a:solidFill>
                <a:latin typeface="Arial"/>
                <a:ea typeface="Arial"/>
                <a:cs typeface="Arial"/>
              </a:defRPr>
            </a:lvl3pPr>
            <a:lvl4pPr>
              <a:defRPr sz="2850" b="1">
                <a:solidFill>
                  <a:srgbClr val="D7E6DD"/>
                </a:solidFill>
                <a:latin typeface="Arial"/>
                <a:ea typeface="Arial"/>
                <a:cs typeface="Arial"/>
              </a:defRPr>
            </a:lvl4pPr>
            <a:lvl5pPr>
              <a:defRPr sz="2850" b="1">
                <a:solidFill>
                  <a:srgbClr val="D7E6DD"/>
                </a:solidFill>
                <a:latin typeface="Arial"/>
                <a:ea typeface="Arial"/>
                <a:cs typeface="Arial"/>
              </a:defRPr>
            </a:lvl5pPr>
            <a:lvl6pPr>
              <a:defRPr sz="2850" b="1">
                <a:solidFill>
                  <a:srgbClr val="D7E6DD"/>
                </a:solidFill>
                <a:latin typeface="Arial"/>
                <a:ea typeface="Arial"/>
                <a:cs typeface="Arial"/>
              </a:defRPr>
            </a:lvl6pPr>
            <a:lvl7pPr>
              <a:defRPr sz="2850" b="1">
                <a:solidFill>
                  <a:srgbClr val="D7E6DD"/>
                </a:solidFill>
                <a:latin typeface="Arial"/>
                <a:ea typeface="Arial"/>
                <a:cs typeface="Arial"/>
              </a:defRPr>
            </a:lvl7pPr>
            <a:lvl8pPr>
              <a:defRPr sz="2850" b="1">
                <a:solidFill>
                  <a:srgbClr val="D7E6DD"/>
                </a:solidFill>
                <a:latin typeface="Arial"/>
                <a:ea typeface="Arial"/>
                <a:cs typeface="Arial"/>
              </a:defRPr>
            </a:lvl8pPr>
            <a:lvl9pPr>
              <a:defRPr sz="2850" b="1">
                <a:solidFill>
                  <a:srgbClr val="D7E6DD"/>
                </a:solidFill>
                <a:latin typeface="Arial"/>
                <a:ea typeface="Arial"/>
                <a:cs typeface="Arial"/>
              </a:defRPr>
            </a:lvl9pPr>
          </a:lstStyle>
          <a:p xmlns:a="http://schemas.openxmlformats.org/drawingml/2006/main">
            <a:pPr>
              <a:defRPr sz="2850" b="1">
                <a:solidFill>
                  <a:srgbClr val="D7E6DD"/>
                </a:solidFill>
                <a:latin typeface="Arial"/>
                <a:ea typeface="Arial"/>
                <a:cs typeface="Arial"/>
              </a:defRPr>
            </a:pPr>
            <a:r>
              <a:rPr sz="2850" b="1">
                <a:solidFill>
                  <a:srgbClr val="D7E6DD"/>
                </a:solidFill>
                <a:latin typeface="Arial"/>
                <a:ea typeface="Arial"/>
                <a:cs typeface="Arial"/>
              </a:rPr>
              <a:t>04</a:t>
            </a:r>
          </a:p>
        </p:txBody>
      </p:sp>
      <p:sp>
        <p:nvSpPr>
          <p:cNvPr id="14" name="text">
            <a:extLst xmlns:a="http://schemas.openxmlformats.org/drawingml/2006/main">
              <a:ext uri="{FF2B5EF4-FFF2-40B4-BE49-F238E27FC236}">
                <a16:creationId xmlns:a16="http://schemas.microsoft.com/office/drawing/2014/main" id="{69DFCE7D-85CC-423C-9D2A-9FDD54B94B21}"/>
              </a:ext>
            </a:extLst>
          </p:cNvPr>
          <p:cNvSpPr>
            <a:spLocks xmlns:a="http://schemas.openxmlformats.org/drawingml/2006/main" noGrp="1"/>
          </p:cNvSpPr>
          <p:nvPr/>
        </p:nvSpPr>
        <p:spPr>
          <a:xfrm xmlns:a="http://schemas.openxmlformats.org/drawingml/2006/main">
            <a:off x="1666875" y="48577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5F1E8"/>
                </a:solidFill>
                <a:latin typeface="Arial"/>
                <a:ea typeface="Arial"/>
                <a:cs typeface="Arial"/>
              </a:defRPr>
            </a:defPPr>
            <a:lvl1pPr>
              <a:defRPr sz="2175" b="1">
                <a:solidFill>
                  <a:srgbClr val="F5F1E8"/>
                </a:solidFill>
                <a:latin typeface="Arial"/>
                <a:ea typeface="Arial"/>
                <a:cs typeface="Arial"/>
              </a:defRPr>
            </a:lvl1pPr>
            <a:lvl2pPr>
              <a:defRPr sz="2175" b="1">
                <a:solidFill>
                  <a:srgbClr val="F5F1E8"/>
                </a:solidFill>
                <a:latin typeface="Arial"/>
                <a:ea typeface="Arial"/>
                <a:cs typeface="Arial"/>
              </a:defRPr>
            </a:lvl2pPr>
            <a:lvl3pPr>
              <a:defRPr sz="2175" b="1">
                <a:solidFill>
                  <a:srgbClr val="F5F1E8"/>
                </a:solidFill>
                <a:latin typeface="Arial"/>
                <a:ea typeface="Arial"/>
                <a:cs typeface="Arial"/>
              </a:defRPr>
            </a:lvl3pPr>
            <a:lvl4pPr>
              <a:defRPr sz="2175" b="1">
                <a:solidFill>
                  <a:srgbClr val="F5F1E8"/>
                </a:solidFill>
                <a:latin typeface="Arial"/>
                <a:ea typeface="Arial"/>
                <a:cs typeface="Arial"/>
              </a:defRPr>
            </a:lvl4pPr>
            <a:lvl5pPr>
              <a:defRPr sz="2175" b="1">
                <a:solidFill>
                  <a:srgbClr val="F5F1E8"/>
                </a:solidFill>
                <a:latin typeface="Arial"/>
                <a:ea typeface="Arial"/>
                <a:cs typeface="Arial"/>
              </a:defRPr>
            </a:lvl5pPr>
            <a:lvl6pPr>
              <a:defRPr sz="2175" b="1">
                <a:solidFill>
                  <a:srgbClr val="F5F1E8"/>
                </a:solidFill>
                <a:latin typeface="Arial"/>
                <a:ea typeface="Arial"/>
                <a:cs typeface="Arial"/>
              </a:defRPr>
            </a:lvl6pPr>
            <a:lvl7pPr>
              <a:defRPr sz="2175" b="1">
                <a:solidFill>
                  <a:srgbClr val="F5F1E8"/>
                </a:solidFill>
                <a:latin typeface="Arial"/>
                <a:ea typeface="Arial"/>
                <a:cs typeface="Arial"/>
              </a:defRPr>
            </a:lvl7pPr>
            <a:lvl8pPr>
              <a:defRPr sz="2175" b="1">
                <a:solidFill>
                  <a:srgbClr val="F5F1E8"/>
                </a:solidFill>
                <a:latin typeface="Arial"/>
                <a:ea typeface="Arial"/>
                <a:cs typeface="Arial"/>
              </a:defRPr>
            </a:lvl8pPr>
            <a:lvl9pPr>
              <a:defRPr sz="2175" b="1">
                <a:solidFill>
                  <a:srgbClr val="F5F1E8"/>
                </a:solidFill>
                <a:latin typeface="Arial"/>
                <a:ea typeface="Arial"/>
                <a:cs typeface="Arial"/>
              </a:defRPr>
            </a:lvl9pPr>
          </a:lstStyle>
          <a:p xmlns:a="http://schemas.openxmlformats.org/drawingml/2006/main">
            <a:pPr>
              <a:defRPr sz="2175" b="1">
                <a:solidFill>
                  <a:srgbClr val="F5F1E8"/>
                </a:solidFill>
                <a:latin typeface="Arial"/>
                <a:ea typeface="Arial"/>
                <a:cs typeface="Arial"/>
              </a:defRPr>
            </a:pPr>
            <a:r>
              <a:rPr sz="2175" b="1">
                <a:solidFill>
                  <a:srgbClr val="F5F1E8"/>
                </a:solidFill>
                <a:latin typeface="Arial"/>
                <a:ea typeface="Arial"/>
                <a:cs typeface="Arial"/>
              </a:rPr>
              <a:t>Разметка</a:t>
            </a:r>
          </a:p>
        </p:txBody>
      </p:sp>
      <p:sp>
        <p:nvSpPr>
          <p:cNvPr id="15" name="text">
            <a:extLst xmlns:a="http://schemas.openxmlformats.org/drawingml/2006/main">
              <a:ext uri="{FF2B5EF4-FFF2-40B4-BE49-F238E27FC236}">
                <a16:creationId xmlns:a16="http://schemas.microsoft.com/office/drawing/2014/main" id="{4B7E6B58-2C7A-45F6-B9B2-443F3FD9D764}"/>
              </a:ext>
            </a:extLst>
          </p:cNvPr>
          <p:cNvSpPr>
            <a:spLocks xmlns:a="http://schemas.openxmlformats.org/drawingml/2006/main" noGrp="1"/>
          </p:cNvSpPr>
          <p:nvPr/>
        </p:nvSpPr>
        <p:spPr>
          <a:xfrm xmlns:a="http://schemas.openxmlformats.org/drawingml/2006/main">
            <a:off x="5095875" y="4876800"/>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7E6DD"/>
                </a:solidFill>
                <a:latin typeface="Arial"/>
                <a:ea typeface="Arial"/>
                <a:cs typeface="Arial"/>
              </a:defRPr>
            </a:defPPr>
            <a:lvl1pPr>
              <a:defRPr sz="1950" b="0">
                <a:solidFill>
                  <a:srgbClr val="D7E6DD"/>
                </a:solidFill>
                <a:latin typeface="Arial"/>
                <a:ea typeface="Arial"/>
                <a:cs typeface="Arial"/>
              </a:defRPr>
            </a:lvl1pPr>
            <a:lvl2pPr>
              <a:defRPr sz="1950" b="0">
                <a:solidFill>
                  <a:srgbClr val="D7E6DD"/>
                </a:solidFill>
                <a:latin typeface="Arial"/>
                <a:ea typeface="Arial"/>
                <a:cs typeface="Arial"/>
              </a:defRPr>
            </a:lvl2pPr>
            <a:lvl3pPr>
              <a:defRPr sz="1950" b="0">
                <a:solidFill>
                  <a:srgbClr val="D7E6DD"/>
                </a:solidFill>
                <a:latin typeface="Arial"/>
                <a:ea typeface="Arial"/>
                <a:cs typeface="Arial"/>
              </a:defRPr>
            </a:lvl3pPr>
            <a:lvl4pPr>
              <a:defRPr sz="1950" b="0">
                <a:solidFill>
                  <a:srgbClr val="D7E6DD"/>
                </a:solidFill>
                <a:latin typeface="Arial"/>
                <a:ea typeface="Arial"/>
                <a:cs typeface="Arial"/>
              </a:defRPr>
            </a:lvl4pPr>
            <a:lvl5pPr>
              <a:defRPr sz="1950" b="0">
                <a:solidFill>
                  <a:srgbClr val="D7E6DD"/>
                </a:solidFill>
                <a:latin typeface="Arial"/>
                <a:ea typeface="Arial"/>
                <a:cs typeface="Arial"/>
              </a:defRPr>
            </a:lvl5pPr>
            <a:lvl6pPr>
              <a:defRPr sz="1950" b="0">
                <a:solidFill>
                  <a:srgbClr val="D7E6DD"/>
                </a:solidFill>
                <a:latin typeface="Arial"/>
                <a:ea typeface="Arial"/>
                <a:cs typeface="Arial"/>
              </a:defRPr>
            </a:lvl6pPr>
            <a:lvl7pPr>
              <a:defRPr sz="1950" b="0">
                <a:solidFill>
                  <a:srgbClr val="D7E6DD"/>
                </a:solidFill>
                <a:latin typeface="Arial"/>
                <a:ea typeface="Arial"/>
                <a:cs typeface="Arial"/>
              </a:defRPr>
            </a:lvl7pPr>
            <a:lvl8pPr>
              <a:defRPr sz="1950" b="0">
                <a:solidFill>
                  <a:srgbClr val="D7E6DD"/>
                </a:solidFill>
                <a:latin typeface="Arial"/>
                <a:ea typeface="Arial"/>
                <a:cs typeface="Arial"/>
              </a:defRPr>
            </a:lvl8pPr>
            <a:lvl9pPr>
              <a:defRPr sz="1950" b="0">
                <a:solidFill>
                  <a:srgbClr val="D7E6DD"/>
                </a:solidFill>
                <a:latin typeface="Arial"/>
                <a:ea typeface="Arial"/>
                <a:cs typeface="Arial"/>
              </a:defRPr>
            </a:lvl9pPr>
          </a:lstStyle>
          <a:p xmlns:a="http://schemas.openxmlformats.org/drawingml/2006/main">
            <a:pPr>
              <a:defRPr sz="1950" b="0">
                <a:solidFill>
                  <a:srgbClr val="D7E6DD"/>
                </a:solidFill>
                <a:latin typeface="Arial"/>
                <a:ea typeface="Arial"/>
                <a:cs typeface="Arial"/>
              </a:defRPr>
            </a:pPr>
            <a:r>
              <a:rPr sz="1950" b="0">
                <a:solidFill>
                  <a:srgbClr val="D7E6DD"/>
                </a:solidFill>
                <a:latin typeface="Arial"/>
                <a:ea typeface="Arial"/>
                <a:cs typeface="Arial"/>
              </a:rPr>
              <a:t>Человек подтверждает результат. Команда promote переносит его в HR.</a:t>
            </a:r>
          </a:p>
        </p:txBody>
      </p:sp>
      <p:sp>
        <p:nvSpPr>
          <p:cNvPr id="16" name="text">
            <a:extLst xmlns:a="http://schemas.openxmlformats.org/drawingml/2006/main">
              <a:ext uri="{FF2B5EF4-FFF2-40B4-BE49-F238E27FC236}">
                <a16:creationId xmlns:a16="http://schemas.microsoft.com/office/drawing/2014/main" id="{C3F82262-9B22-41AA-8627-D89F044E6963}"/>
              </a:ext>
            </a:extLst>
          </p:cNvPr>
          <p:cNvSpPr>
            <a:spLocks xmlns:a="http://schemas.openxmlformats.org/drawingml/2006/main" noGrp="1"/>
          </p:cNvSpPr>
          <p:nvPr/>
        </p:nvSpPr>
        <p:spPr>
          <a:xfrm xmlns:a="http://schemas.openxmlformats.org/drawingml/2006/main">
            <a:off x="628650" y="58483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D7E6DD"/>
                </a:solidFill>
                <a:latin typeface="Arial"/>
                <a:ea typeface="Arial"/>
                <a:cs typeface="Arial"/>
              </a:defRPr>
            </a:defPPr>
            <a:lvl1pPr>
              <a:defRPr sz="1800" b="0">
                <a:solidFill>
                  <a:srgbClr val="D7E6DD"/>
                </a:solidFill>
                <a:latin typeface="Arial"/>
                <a:ea typeface="Arial"/>
                <a:cs typeface="Arial"/>
              </a:defRPr>
            </a:lvl1pPr>
            <a:lvl2pPr>
              <a:defRPr sz="1800" b="0">
                <a:solidFill>
                  <a:srgbClr val="D7E6DD"/>
                </a:solidFill>
                <a:latin typeface="Arial"/>
                <a:ea typeface="Arial"/>
                <a:cs typeface="Arial"/>
              </a:defRPr>
            </a:lvl2pPr>
            <a:lvl3pPr>
              <a:defRPr sz="1800" b="0">
                <a:solidFill>
                  <a:srgbClr val="D7E6DD"/>
                </a:solidFill>
                <a:latin typeface="Arial"/>
                <a:ea typeface="Arial"/>
                <a:cs typeface="Arial"/>
              </a:defRPr>
            </a:lvl3pPr>
            <a:lvl4pPr>
              <a:defRPr sz="1800" b="0">
                <a:solidFill>
                  <a:srgbClr val="D7E6DD"/>
                </a:solidFill>
                <a:latin typeface="Arial"/>
                <a:ea typeface="Arial"/>
                <a:cs typeface="Arial"/>
              </a:defRPr>
            </a:lvl4pPr>
            <a:lvl5pPr>
              <a:defRPr sz="1800" b="0">
                <a:solidFill>
                  <a:srgbClr val="D7E6DD"/>
                </a:solidFill>
                <a:latin typeface="Arial"/>
                <a:ea typeface="Arial"/>
                <a:cs typeface="Arial"/>
              </a:defRPr>
            </a:lvl5pPr>
            <a:lvl6pPr>
              <a:defRPr sz="1800" b="0">
                <a:solidFill>
                  <a:srgbClr val="D7E6DD"/>
                </a:solidFill>
                <a:latin typeface="Arial"/>
                <a:ea typeface="Arial"/>
                <a:cs typeface="Arial"/>
              </a:defRPr>
            </a:lvl6pPr>
            <a:lvl7pPr>
              <a:defRPr sz="1800" b="0">
                <a:solidFill>
                  <a:srgbClr val="D7E6DD"/>
                </a:solidFill>
                <a:latin typeface="Arial"/>
                <a:ea typeface="Arial"/>
                <a:cs typeface="Arial"/>
              </a:defRPr>
            </a:lvl7pPr>
            <a:lvl8pPr>
              <a:defRPr sz="1800" b="0">
                <a:solidFill>
                  <a:srgbClr val="D7E6DD"/>
                </a:solidFill>
                <a:latin typeface="Arial"/>
                <a:ea typeface="Arial"/>
                <a:cs typeface="Arial"/>
              </a:defRPr>
            </a:lvl8pPr>
            <a:lvl9pPr>
              <a:defRPr sz="1800" b="0">
                <a:solidFill>
                  <a:srgbClr val="D7E6DD"/>
                </a:solidFill>
                <a:latin typeface="Arial"/>
                <a:ea typeface="Arial"/>
                <a:cs typeface="Arial"/>
              </a:defRPr>
            </a:lvl9pPr>
          </a:lstStyle>
          <a:p xmlns:a="http://schemas.openxmlformats.org/drawingml/2006/main">
            <a:pPr>
              <a:defRPr sz="1800" b="0">
                <a:solidFill>
                  <a:srgbClr val="D7E6DD"/>
                </a:solidFill>
                <a:latin typeface="Arial"/>
                <a:ea typeface="Arial"/>
                <a:cs typeface="Arial"/>
              </a:defRPr>
            </a:pPr>
            <a:r>
              <a:rPr sz="1800" b="0">
                <a:solidFill>
                  <a:srgbClr val="D7E6DD"/>
                </a:solidFill>
                <a:latin typeface="Arial"/>
                <a:ea typeface="Arial"/>
                <a:cs typeface="Arial"/>
              </a:rPr>
              <a:t>Цель: обучающая выборка, P1 или P2. Бюджет и расходы сохраняются.</a:t>
            </a:r>
          </a:p>
          <a:p xmlns:a="http://schemas.openxmlformats.org/drawingml/2006/main">
            <a:pPr>
              <a:defRPr sz="1800" b="0">
                <a:solidFill>
                  <a:srgbClr val="D7E6DD"/>
                </a:solidFill>
                <a:latin typeface="Arial"/>
                <a:ea typeface="Arial"/>
                <a:cs typeface="Arial"/>
              </a:defRPr>
            </a:pPr>
            <a:r>
              <a:rPr sz="1800" b="0">
                <a:solidFill>
                  <a:srgbClr val="D7E6DD"/>
                </a:solidFill>
                <a:latin typeface="Arial"/>
                <a:ea typeface="Arial"/>
                <a:cs typeface="Arial"/>
              </a:rPr>
              <a:t>Краткий результат поиска требует первоисточника. Accept означает предложение модели.</a:t>
            </a:r>
          </a:p>
        </p:txBody>
      </p:sp>
    </p:spTree>
    <p:extLst>
      <p:ext uri="{BB962C8B-B14F-4D97-AF65-F5344CB8AC3E}">
        <p14:creationId xmlns:p14="http://schemas.microsoft.com/office/powerpoint/2010/main" val="2008079693"/>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D0433AF-747B-42DA-B676-3A0FF84843AA}"/>
              </a:ext>
            </a:extLst>
          </p:cNvPr>
          <p:cNvSpPr>
            <a:spLocks xmlns:a="http://schemas.openxmlformats.org/drawingml/2006/main" noGrp="1"/>
          </p:cNvSpPr>
          <p:nvPr/>
        </p:nvSpPr>
        <p:spPr>
          <a:xfrm xmlns:a="http://schemas.openxmlformats.org/drawingml/2006/main">
            <a:off x="609600" y="533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92C2A"/>
                </a:solidFill>
                <a:latin typeface="Arial"/>
                <a:ea typeface="Arial"/>
                <a:cs typeface="Arial"/>
              </a:defRPr>
            </a:defPPr>
            <a:lvl1pPr>
              <a:defRPr sz="3225" b="1">
                <a:solidFill>
                  <a:srgbClr val="192C2A"/>
                </a:solidFill>
                <a:latin typeface="Arial"/>
                <a:ea typeface="Arial"/>
                <a:cs typeface="Arial"/>
              </a:defRPr>
            </a:lvl1pPr>
            <a:lvl2pPr>
              <a:defRPr sz="3225" b="1">
                <a:solidFill>
                  <a:srgbClr val="192C2A"/>
                </a:solidFill>
                <a:latin typeface="Arial"/>
                <a:ea typeface="Arial"/>
                <a:cs typeface="Arial"/>
              </a:defRPr>
            </a:lvl2pPr>
            <a:lvl3pPr>
              <a:defRPr sz="3225" b="1">
                <a:solidFill>
                  <a:srgbClr val="192C2A"/>
                </a:solidFill>
                <a:latin typeface="Arial"/>
                <a:ea typeface="Arial"/>
                <a:cs typeface="Arial"/>
              </a:defRPr>
            </a:lvl3pPr>
            <a:lvl4pPr>
              <a:defRPr sz="3225" b="1">
                <a:solidFill>
                  <a:srgbClr val="192C2A"/>
                </a:solidFill>
                <a:latin typeface="Arial"/>
                <a:ea typeface="Arial"/>
                <a:cs typeface="Arial"/>
              </a:defRPr>
            </a:lvl4pPr>
            <a:lvl5pPr>
              <a:defRPr sz="3225" b="1">
                <a:solidFill>
                  <a:srgbClr val="192C2A"/>
                </a:solidFill>
                <a:latin typeface="Arial"/>
                <a:ea typeface="Arial"/>
                <a:cs typeface="Arial"/>
              </a:defRPr>
            </a:lvl5pPr>
            <a:lvl6pPr>
              <a:defRPr sz="3225" b="1">
                <a:solidFill>
                  <a:srgbClr val="192C2A"/>
                </a:solidFill>
                <a:latin typeface="Arial"/>
                <a:ea typeface="Arial"/>
                <a:cs typeface="Arial"/>
              </a:defRPr>
            </a:lvl6pPr>
            <a:lvl7pPr>
              <a:defRPr sz="3225" b="1">
                <a:solidFill>
                  <a:srgbClr val="192C2A"/>
                </a:solidFill>
                <a:latin typeface="Arial"/>
                <a:ea typeface="Arial"/>
                <a:cs typeface="Arial"/>
              </a:defRPr>
            </a:lvl7pPr>
            <a:lvl8pPr>
              <a:defRPr sz="3225" b="1">
                <a:solidFill>
                  <a:srgbClr val="192C2A"/>
                </a:solidFill>
                <a:latin typeface="Arial"/>
                <a:ea typeface="Arial"/>
                <a:cs typeface="Arial"/>
              </a:defRPr>
            </a:lvl8pPr>
            <a:lvl9pPr>
              <a:defRPr sz="3225" b="1">
                <a:solidFill>
                  <a:srgbClr val="192C2A"/>
                </a:solidFill>
                <a:latin typeface="Arial"/>
                <a:ea typeface="Arial"/>
                <a:cs typeface="Arial"/>
              </a:defRPr>
            </a:lvl9pPr>
          </a:lstStyle>
          <a:p xmlns:a="http://schemas.openxmlformats.org/drawingml/2006/main">
            <a:pPr>
              <a:defRPr sz="3225" b="1">
                <a:solidFill>
                  <a:srgbClr val="192C2A"/>
                </a:solidFill>
                <a:latin typeface="Arial"/>
                <a:ea typeface="Arial"/>
                <a:cs typeface="Arial"/>
              </a:defRPr>
            </a:pPr>
            <a:r>
              <a:rPr sz="3225" b="1">
                <a:solidFill>
                  <a:srgbClr val="192C2A"/>
                </a:solidFill>
                <a:latin typeface="Arial"/>
                <a:ea typeface="Arial"/>
                <a:cs typeface="Arial"/>
              </a:rPr>
              <a:t>Профессия и правила отбора</a:t>
            </a:r>
          </a:p>
        </p:txBody>
      </p:sp>
      <p:sp>
        <p:nvSpPr>
          <p:cNvPr id="2" name="subtitle">
            <a:extLst xmlns:a="http://schemas.openxmlformats.org/drawingml/2006/main">
              <a:ext uri="{FF2B5EF4-FFF2-40B4-BE49-F238E27FC236}">
                <a16:creationId xmlns:a16="http://schemas.microsoft.com/office/drawing/2014/main" id="{553A706B-CD86-4650-ADCC-678B0A1ECDFF}"/>
              </a:ext>
            </a:extLst>
          </p:cNvPr>
          <p:cNvSpPr>
            <a:spLocks xmlns:a="http://schemas.openxmlformats.org/drawingml/2006/main" noGrp="1"/>
          </p:cNvSpPr>
          <p:nvPr/>
        </p:nvSpPr>
        <p:spPr>
          <a:xfrm xmlns:a="http://schemas.openxmlformats.org/drawingml/2006/main">
            <a:off x="628650" y="146685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25D"/>
                </a:solidFill>
                <a:latin typeface="Arial"/>
                <a:ea typeface="Arial"/>
                <a:cs typeface="Arial"/>
              </a:defRPr>
            </a:defPPr>
            <a:lvl1pPr>
              <a:defRPr sz="1875" b="0">
                <a:solidFill>
                  <a:srgbClr val="52625D"/>
                </a:solidFill>
                <a:latin typeface="Arial"/>
                <a:ea typeface="Arial"/>
                <a:cs typeface="Arial"/>
              </a:defRPr>
            </a:lvl1pPr>
            <a:lvl2pPr>
              <a:defRPr sz="1875" b="0">
                <a:solidFill>
                  <a:srgbClr val="52625D"/>
                </a:solidFill>
                <a:latin typeface="Arial"/>
                <a:ea typeface="Arial"/>
                <a:cs typeface="Arial"/>
              </a:defRPr>
            </a:lvl2pPr>
            <a:lvl3pPr>
              <a:defRPr sz="1875" b="0">
                <a:solidFill>
                  <a:srgbClr val="52625D"/>
                </a:solidFill>
                <a:latin typeface="Arial"/>
                <a:ea typeface="Arial"/>
                <a:cs typeface="Arial"/>
              </a:defRPr>
            </a:lvl3pPr>
            <a:lvl4pPr>
              <a:defRPr sz="1875" b="0">
                <a:solidFill>
                  <a:srgbClr val="52625D"/>
                </a:solidFill>
                <a:latin typeface="Arial"/>
                <a:ea typeface="Arial"/>
                <a:cs typeface="Arial"/>
              </a:defRPr>
            </a:lvl4pPr>
            <a:lvl5pPr>
              <a:defRPr sz="1875" b="0">
                <a:solidFill>
                  <a:srgbClr val="52625D"/>
                </a:solidFill>
                <a:latin typeface="Arial"/>
                <a:ea typeface="Arial"/>
                <a:cs typeface="Arial"/>
              </a:defRPr>
            </a:lvl5pPr>
            <a:lvl6pPr>
              <a:defRPr sz="1875" b="0">
                <a:solidFill>
                  <a:srgbClr val="52625D"/>
                </a:solidFill>
                <a:latin typeface="Arial"/>
                <a:ea typeface="Arial"/>
                <a:cs typeface="Arial"/>
              </a:defRPr>
            </a:lvl6pPr>
            <a:lvl7pPr>
              <a:defRPr sz="1875" b="0">
                <a:solidFill>
                  <a:srgbClr val="52625D"/>
                </a:solidFill>
                <a:latin typeface="Arial"/>
                <a:ea typeface="Arial"/>
                <a:cs typeface="Arial"/>
              </a:defRPr>
            </a:lvl7pPr>
            <a:lvl8pPr>
              <a:defRPr sz="1875" b="0">
                <a:solidFill>
                  <a:srgbClr val="52625D"/>
                </a:solidFill>
                <a:latin typeface="Arial"/>
                <a:ea typeface="Arial"/>
                <a:cs typeface="Arial"/>
              </a:defRPr>
            </a:lvl8pPr>
            <a:lvl9pPr>
              <a:defRPr sz="1875" b="0">
                <a:solidFill>
                  <a:srgbClr val="52625D"/>
                </a:solidFill>
                <a:latin typeface="Arial"/>
                <a:ea typeface="Arial"/>
                <a:cs typeface="Arial"/>
              </a:defRPr>
            </a:lvl9pPr>
          </a:lstStyle>
          <a:p xmlns:a="http://schemas.openxmlformats.org/drawingml/2006/main">
            <a:pPr>
              <a:defRPr sz="1875" b="0">
                <a:solidFill>
                  <a:srgbClr val="52625D"/>
                </a:solidFill>
                <a:latin typeface="Arial"/>
                <a:ea typeface="Arial"/>
                <a:cs typeface="Arial"/>
              </a:defRPr>
            </a:pPr>
            <a:r>
              <a:rPr sz="1875" b="0">
                <a:solidFill>
                  <a:srgbClr val="52625D"/>
                </a:solidFill>
                <a:latin typeface="Arial"/>
                <a:ea typeface="Arial"/>
                <a:cs typeface="Arial"/>
              </a:rPr>
              <a:t>Сначала система определяет функцию работы, затем применяет её критерии</a:t>
            </a:r>
          </a:p>
        </p:txBody>
      </p:sp>
      <p:sp>
        <p:nvSpPr>
          <p:cNvPr id="3" name="slide-number">
            <a:extLst xmlns:a="http://schemas.openxmlformats.org/drawingml/2006/main">
              <a:ext uri="{FF2B5EF4-FFF2-40B4-BE49-F238E27FC236}">
                <a16:creationId xmlns:a16="http://schemas.microsoft.com/office/drawing/2014/main" id="{CB9038D3-7B60-4E8D-9B54-B2F3361778D5}"/>
              </a:ext>
            </a:extLst>
          </p:cNvPr>
          <p:cNvSpPr>
            <a:spLocks xmlns:a="http://schemas.openxmlformats.org/drawingml/2006/main" noGrp="1"/>
          </p:cNvSpPr>
          <p:nvPr/>
        </p:nvSpPr>
        <p:spPr>
          <a:xfrm xmlns:a="http://schemas.openxmlformats.org/drawingml/2006/main">
            <a:off x="11239500"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25D"/>
                </a:solidFill>
                <a:latin typeface="Arial"/>
                <a:ea typeface="Arial"/>
                <a:cs typeface="Arial"/>
              </a:defRPr>
            </a:defPPr>
            <a:lvl1pPr>
              <a:defRPr sz="1350" b="0">
                <a:solidFill>
                  <a:srgbClr val="52625D"/>
                </a:solidFill>
                <a:latin typeface="Arial"/>
                <a:ea typeface="Arial"/>
                <a:cs typeface="Arial"/>
              </a:defRPr>
            </a:lvl1pPr>
            <a:lvl2pPr>
              <a:defRPr sz="1350" b="0">
                <a:solidFill>
                  <a:srgbClr val="52625D"/>
                </a:solidFill>
                <a:latin typeface="Arial"/>
                <a:ea typeface="Arial"/>
                <a:cs typeface="Arial"/>
              </a:defRPr>
            </a:lvl2pPr>
            <a:lvl3pPr>
              <a:defRPr sz="1350" b="0">
                <a:solidFill>
                  <a:srgbClr val="52625D"/>
                </a:solidFill>
                <a:latin typeface="Arial"/>
                <a:ea typeface="Arial"/>
                <a:cs typeface="Arial"/>
              </a:defRPr>
            </a:lvl3pPr>
            <a:lvl4pPr>
              <a:defRPr sz="1350" b="0">
                <a:solidFill>
                  <a:srgbClr val="52625D"/>
                </a:solidFill>
                <a:latin typeface="Arial"/>
                <a:ea typeface="Arial"/>
                <a:cs typeface="Arial"/>
              </a:defRPr>
            </a:lvl4pPr>
            <a:lvl5pPr>
              <a:defRPr sz="1350" b="0">
                <a:solidFill>
                  <a:srgbClr val="52625D"/>
                </a:solidFill>
                <a:latin typeface="Arial"/>
                <a:ea typeface="Arial"/>
                <a:cs typeface="Arial"/>
              </a:defRPr>
            </a:lvl5pPr>
            <a:lvl6pPr>
              <a:defRPr sz="1350" b="0">
                <a:solidFill>
                  <a:srgbClr val="52625D"/>
                </a:solidFill>
                <a:latin typeface="Arial"/>
                <a:ea typeface="Arial"/>
                <a:cs typeface="Arial"/>
              </a:defRPr>
            </a:lvl6pPr>
            <a:lvl7pPr>
              <a:defRPr sz="1350" b="0">
                <a:solidFill>
                  <a:srgbClr val="52625D"/>
                </a:solidFill>
                <a:latin typeface="Arial"/>
                <a:ea typeface="Arial"/>
                <a:cs typeface="Arial"/>
              </a:defRPr>
            </a:lvl7pPr>
            <a:lvl8pPr>
              <a:defRPr sz="1350" b="0">
                <a:solidFill>
                  <a:srgbClr val="52625D"/>
                </a:solidFill>
                <a:latin typeface="Arial"/>
                <a:ea typeface="Arial"/>
                <a:cs typeface="Arial"/>
              </a:defRPr>
            </a:lvl8pPr>
            <a:lvl9pPr>
              <a:defRPr sz="1350" b="0">
                <a:solidFill>
                  <a:srgbClr val="52625D"/>
                </a:solidFill>
                <a:latin typeface="Arial"/>
                <a:ea typeface="Arial"/>
                <a:cs typeface="Arial"/>
              </a:defRPr>
            </a:lvl9pPr>
          </a:lstStyle>
          <a:p xmlns:a="http://schemas.openxmlformats.org/drawingml/2006/main">
            <a:pPr>
              <a:defRPr sz="1350" b="0">
                <a:solidFill>
                  <a:srgbClr val="52625D"/>
                </a:solidFill>
                <a:latin typeface="Arial"/>
                <a:ea typeface="Arial"/>
                <a:cs typeface="Arial"/>
              </a:defRPr>
            </a:pPr>
            <a:r>
              <a:rPr sz="1350" b="0">
                <a:solidFill>
                  <a:srgbClr val="52625D"/>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AC98EE24-67C6-4DB6-9725-F902B63C18C9}"/>
              </a:ext>
            </a:extLst>
          </p:cNvPr>
          <p:cNvGraphicFramePr/>
          <p:nvPr/>
        </p:nvGraphicFramePr>
        <p:xfrm>
          <a:off xmlns:a="http://schemas.openxmlformats.org/drawingml/2006/main" x="609600" y="2247900"/>
          <a:ext xmlns:a="http://schemas.openxmlformats.org/drawingml/2006/main" cx="10972800" cy="3333750"/>
        </p:xfrm>
        <a:graphic xmlns:a="http://schemas.openxmlformats.org/drawingml/2006/main">
          <a:graphicData uri="http://schemas.openxmlformats.org/drawingml/2006/table">
            <a:tbl>
              <a:tblPr firstRow="0" firstCol="0" bandRow="0"/>
              <a:tblGrid>
                <a:gridCol w="2857500"/>
                <a:gridCol w="8115300"/>
              </a:tblGrid>
              <a:tr h="666750">
                <a:tc>
                  <a:txBody>
                    <a:bodyPr/>
                    <a:lstStyle/>
                    <a:p>
                      <a:r>
                        <a:rPr sz="1800" b="1">
                          <a:solidFill>
                            <a:srgbClr val="F5F1E8"/>
                          </a:solidFill>
                          <a:latin typeface="Arial"/>
                          <a:ea typeface="Arial"/>
                          <a:cs typeface="Arial"/>
                        </a:rPr>
                        <a:t>Результат</a:t>
                      </a:r>
                    </a:p>
                  </a:txBody>
                  <a:tcPr marL="152400" marR="152400" marT="76200" marB="57150">
                    <a:lnL w="9525">
                      <a:solidFill>
                        <a:srgbClr val="D3D7CF"/>
                      </a:solidFill>
                      <a:prstDash val="solid"/>
                    </a:lnL>
                    <a:lnR w="9525">
                      <a:solidFill>
                        <a:srgbClr val="D3D7CF"/>
                      </a:solidFill>
                      <a:prstDash val="solid"/>
                    </a:lnR>
                    <a:lnT w="9525">
                      <a:solidFill>
                        <a:srgbClr val="D3D7CF"/>
                      </a:solidFill>
                      <a:prstDash val="solid"/>
                    </a:lnT>
                    <a:lnB w="9525">
                      <a:solidFill>
                        <a:srgbClr val="D3D7CF"/>
                      </a:solidFill>
                      <a:prstDash val="solid"/>
                    </a:lnB>
                    <a:solidFill>
                      <a:srgbClr val="19665B"/>
                    </a:solidFill>
                  </a:tcPr>
                </a:tc>
                <a:tc>
                  <a:txBody>
                    <a:bodyPr/>
                    <a:lstStyle/>
                    <a:p>
                      <a:r>
                        <a:rPr sz="1800" b="1">
                          <a:solidFill>
                            <a:srgbClr val="F5F1E8"/>
                          </a:solidFill>
                          <a:latin typeface="Arial"/>
                          <a:ea typeface="Arial"/>
                          <a:cs typeface="Arial"/>
                        </a:rPr>
                        <a:t>Значение</a:t>
                      </a:r>
                    </a:p>
                  </a:txBody>
                  <a:tcPr marL="152400" marR="152400" marT="76200" marB="57150">
                    <a:lnR w="9525">
                      <a:solidFill>
                        <a:srgbClr val="D3D7CF"/>
                      </a:solidFill>
                      <a:prstDash val="solid"/>
                    </a:lnR>
                    <a:lnT w="9525">
                      <a:solidFill>
                        <a:srgbClr val="D3D7CF"/>
                      </a:solidFill>
                      <a:prstDash val="solid"/>
                    </a:lnT>
                    <a:lnB w="9525">
                      <a:solidFill>
                        <a:srgbClr val="D3D7CF"/>
                      </a:solidFill>
                      <a:prstDash val="solid"/>
                    </a:lnB>
                    <a:solidFill>
                      <a:srgbClr val="19665B"/>
                    </a:solidFill>
                  </a:tcPr>
                </a:tc>
              </a:tr>
              <a:tr h="666750">
                <a:tc>
                  <a:txBody>
                    <a:bodyPr/>
                    <a:lstStyle/>
                    <a:p>
                      <a:r>
                        <a:rPr sz="1800">
                          <a:solidFill>
                            <a:srgbClr val="192C2A"/>
                          </a:solidFill>
                          <a:latin typeface="Arial"/>
                          <a:ea typeface="Arial"/>
                          <a:cs typeface="Arial"/>
                        </a:rPr>
                        <a:t>Одна профессия</a:t>
                      </a:r>
                    </a:p>
                  </a:txBody>
                  <a:tcPr marL="152400" marR="152400" marT="76200" marB="57150">
                    <a:lnL w="9525">
                      <a:solidFill>
                        <a:srgbClr val="D3D7CF"/>
                      </a:solidFill>
                      <a:prstDash val="solid"/>
                    </a:lnL>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PM, Analytics Leadership, Business Analytics, DS Management или other</a:t>
                      </a:r>
                    </a:p>
                  </a:txBody>
                  <a:tcPr marL="152400" marR="152400" marT="76200" marB="57150">
                    <a:lnR w="9525">
                      <a:solidFill>
                        <a:srgbClr val="D3D7CF"/>
                      </a:solidFill>
                      <a:prstDash val="solid"/>
                    </a:lnR>
                    <a:lnB w="9525">
                      <a:solidFill>
                        <a:srgbClr val="D3D7CF"/>
                      </a:solidFill>
                      <a:prstDash val="solid"/>
                    </a:lnB>
                    <a:solidFill>
                      <a:srgbClr val="F5F1E8"/>
                    </a:solidFill>
                  </a:tcPr>
                </a:tc>
              </a:tr>
              <a:tr h="666750">
                <a:tc>
                  <a:txBody>
                    <a:bodyPr/>
                    <a:lstStyle/>
                    <a:p>
                      <a:r>
                        <a:rPr sz="1800">
                          <a:solidFill>
                            <a:srgbClr val="192C2A"/>
                          </a:solidFill>
                          <a:latin typeface="Arial"/>
                          <a:ea typeface="Arial"/>
                          <a:cs typeface="Arial"/>
                        </a:rPr>
                        <a:t>PASS</a:t>
                      </a:r>
                    </a:p>
                  </a:txBody>
                  <a:tcPr marL="152400" marR="152400" marT="76200" marB="57150">
                    <a:lnL w="9525">
                      <a:solidFill>
                        <a:srgbClr val="D3D7CF"/>
                      </a:solidFill>
                      <a:prstDash val="solid"/>
                    </a:lnL>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Правила не нашли обязательных препятствий или неясностей</a:t>
                      </a:r>
                    </a:p>
                  </a:txBody>
                  <a:tcPr marL="152400" marR="152400" marT="76200" marB="57150">
                    <a:lnR w="9525">
                      <a:solidFill>
                        <a:srgbClr val="D3D7CF"/>
                      </a:solidFill>
                      <a:prstDash val="solid"/>
                    </a:lnR>
                    <a:lnB w="9525">
                      <a:solidFill>
                        <a:srgbClr val="D3D7CF"/>
                      </a:solidFill>
                      <a:prstDash val="solid"/>
                    </a:lnB>
                    <a:solidFill>
                      <a:srgbClr val="F5F1E8"/>
                    </a:solidFill>
                  </a:tcPr>
                </a:tc>
              </a:tr>
              <a:tr h="666750">
                <a:tc>
                  <a:txBody>
                    <a:bodyPr/>
                    <a:lstStyle/>
                    <a:p>
                      <a:r>
                        <a:rPr sz="1800">
                          <a:solidFill>
                            <a:srgbClr val="192C2A"/>
                          </a:solidFill>
                          <a:latin typeface="Arial"/>
                          <a:ea typeface="Arial"/>
                          <a:cs typeface="Arial"/>
                        </a:rPr>
                        <a:t>REVIEW</a:t>
                      </a:r>
                    </a:p>
                  </a:txBody>
                  <a:tcPr marL="152400" marR="152400" marT="76200" marB="57150">
                    <a:lnL w="9525">
                      <a:solidFill>
                        <a:srgbClr val="D3D7CF"/>
                      </a:solidFill>
                      <a:prstDash val="solid"/>
                    </a:lnL>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Неясны язык, география, обязанности или другие обязательные условия</a:t>
                      </a:r>
                    </a:p>
                  </a:txBody>
                  <a:tcPr marL="152400" marR="152400" marT="76200" marB="57150">
                    <a:lnR w="9525">
                      <a:solidFill>
                        <a:srgbClr val="D3D7CF"/>
                      </a:solidFill>
                      <a:prstDash val="solid"/>
                    </a:lnR>
                    <a:lnB w="9525">
                      <a:solidFill>
                        <a:srgbClr val="D3D7CF"/>
                      </a:solidFill>
                      <a:prstDash val="solid"/>
                    </a:lnB>
                    <a:solidFill>
                      <a:srgbClr val="F5F1E8"/>
                    </a:solidFill>
                  </a:tcPr>
                </a:tc>
              </a:tr>
              <a:tr h="666750">
                <a:tc>
                  <a:txBody>
                    <a:bodyPr/>
                    <a:lstStyle/>
                    <a:p>
                      <a:r>
                        <a:rPr sz="1800">
                          <a:solidFill>
                            <a:srgbClr val="192C2A"/>
                          </a:solidFill>
                          <a:latin typeface="Arial"/>
                          <a:ea typeface="Arial"/>
                          <a:cs typeface="Arial"/>
                        </a:rPr>
                        <a:t>REJECT</a:t>
                      </a:r>
                    </a:p>
                  </a:txBody>
                  <a:tcPr marL="152400" marR="152400" marT="76200" marB="57150">
                    <a:lnL w="9525">
                      <a:solidFill>
                        <a:srgbClr val="D3D7CF"/>
                      </a:solidFill>
                      <a:prstDash val="solid"/>
                    </a:lnL>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Есть доказанное препятствие в действующих правилах</a:t>
                      </a:r>
                    </a:p>
                  </a:txBody>
                  <a:tcPr marL="152400" marR="152400" marT="76200" marB="57150">
                    <a:lnR w="9525">
                      <a:solidFill>
                        <a:srgbClr val="D3D7CF"/>
                      </a:solidFill>
                      <a:prstDash val="solid"/>
                    </a:lnR>
                    <a:lnB w="9525">
                      <a:solidFill>
                        <a:srgbClr val="D3D7CF"/>
                      </a:solidFill>
                      <a:prstDash val="solid"/>
                    </a:lnB>
                    <a:solidFill>
                      <a:srgbClr val="F5F1E8"/>
                    </a:solidFill>
                  </a:tcPr>
                </a:tc>
              </a:tr>
            </a:tbl>
          </a:graphicData>
        </a:graphic>
      </p:graphicFrame>
      <p:sp>
        <p:nvSpPr>
          <p:cNvPr id="5" name="text">
            <a:extLst xmlns:a="http://schemas.openxmlformats.org/drawingml/2006/main">
              <a:ext uri="{FF2B5EF4-FFF2-40B4-BE49-F238E27FC236}">
                <a16:creationId xmlns:a16="http://schemas.microsoft.com/office/drawing/2014/main" id="{9512652E-6CBD-4FA4-9205-14BE65D1EB9B}"/>
              </a:ext>
            </a:extLst>
          </p:cNvPr>
          <p:cNvSpPr>
            <a:spLocks xmlns:a="http://schemas.openxmlformats.org/drawingml/2006/main" noGrp="1"/>
          </p:cNvSpPr>
          <p:nvPr/>
        </p:nvSpPr>
        <p:spPr>
          <a:xfrm xmlns:a="http://schemas.openxmlformats.org/drawingml/2006/main">
            <a:off x="628650" y="5829300"/>
            <a:ext cx="10906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9665B"/>
                </a:solidFill>
                <a:latin typeface="Arial"/>
                <a:ea typeface="Arial"/>
                <a:cs typeface="Arial"/>
              </a:defRPr>
            </a:defPPr>
            <a:lvl1pPr>
              <a:defRPr sz="1875" b="1">
                <a:solidFill>
                  <a:srgbClr val="19665B"/>
                </a:solidFill>
                <a:latin typeface="Arial"/>
                <a:ea typeface="Arial"/>
                <a:cs typeface="Arial"/>
              </a:defRPr>
            </a:lvl1pPr>
            <a:lvl2pPr>
              <a:defRPr sz="1875" b="1">
                <a:solidFill>
                  <a:srgbClr val="19665B"/>
                </a:solidFill>
                <a:latin typeface="Arial"/>
                <a:ea typeface="Arial"/>
                <a:cs typeface="Arial"/>
              </a:defRPr>
            </a:lvl2pPr>
            <a:lvl3pPr>
              <a:defRPr sz="1875" b="1">
                <a:solidFill>
                  <a:srgbClr val="19665B"/>
                </a:solidFill>
                <a:latin typeface="Arial"/>
                <a:ea typeface="Arial"/>
                <a:cs typeface="Arial"/>
              </a:defRPr>
            </a:lvl3pPr>
            <a:lvl4pPr>
              <a:defRPr sz="1875" b="1">
                <a:solidFill>
                  <a:srgbClr val="19665B"/>
                </a:solidFill>
                <a:latin typeface="Arial"/>
                <a:ea typeface="Arial"/>
                <a:cs typeface="Arial"/>
              </a:defRPr>
            </a:lvl4pPr>
            <a:lvl5pPr>
              <a:defRPr sz="1875" b="1">
                <a:solidFill>
                  <a:srgbClr val="19665B"/>
                </a:solidFill>
                <a:latin typeface="Arial"/>
                <a:ea typeface="Arial"/>
                <a:cs typeface="Arial"/>
              </a:defRPr>
            </a:lvl5pPr>
            <a:lvl6pPr>
              <a:defRPr sz="1875" b="1">
                <a:solidFill>
                  <a:srgbClr val="19665B"/>
                </a:solidFill>
                <a:latin typeface="Arial"/>
                <a:ea typeface="Arial"/>
                <a:cs typeface="Arial"/>
              </a:defRPr>
            </a:lvl6pPr>
            <a:lvl7pPr>
              <a:defRPr sz="1875" b="1">
                <a:solidFill>
                  <a:srgbClr val="19665B"/>
                </a:solidFill>
                <a:latin typeface="Arial"/>
                <a:ea typeface="Arial"/>
                <a:cs typeface="Arial"/>
              </a:defRPr>
            </a:lvl7pPr>
            <a:lvl8pPr>
              <a:defRPr sz="1875" b="1">
                <a:solidFill>
                  <a:srgbClr val="19665B"/>
                </a:solidFill>
                <a:latin typeface="Arial"/>
                <a:ea typeface="Arial"/>
                <a:cs typeface="Arial"/>
              </a:defRPr>
            </a:lvl8pPr>
            <a:lvl9pPr>
              <a:defRPr sz="1875" b="1">
                <a:solidFill>
                  <a:srgbClr val="19665B"/>
                </a:solidFill>
                <a:latin typeface="Arial"/>
                <a:ea typeface="Arial"/>
                <a:cs typeface="Arial"/>
              </a:defRPr>
            </a:lvl9pPr>
          </a:lstStyle>
          <a:p xmlns:a="http://schemas.openxmlformats.org/drawingml/2006/main">
            <a:pPr>
              <a:defRPr sz="1875" b="1">
                <a:solidFill>
                  <a:srgbClr val="19665B"/>
                </a:solidFill>
                <a:latin typeface="Arial"/>
                <a:ea typeface="Arial"/>
                <a:cs typeface="Arial"/>
              </a:defRPr>
            </a:pPr>
            <a:r>
              <a:rPr sz="1875" b="1">
                <a:solidFill>
                  <a:srgbClr val="19665B"/>
                </a:solidFill>
                <a:latin typeface="Arial"/>
                <a:ea typeface="Arial"/>
                <a:cs typeface="Arial"/>
              </a:rPr>
              <a:t>Локальная классификация и правила идут до платного AI-каскада.</a:t>
            </a:r>
          </a:p>
          <a:p xmlns:a="http://schemas.openxmlformats.org/drawingml/2006/main">
            <a:pPr>
              <a:defRPr sz="1875" b="1">
                <a:solidFill>
                  <a:srgbClr val="19665B"/>
                </a:solidFill>
                <a:latin typeface="Arial"/>
                <a:ea typeface="Arial"/>
                <a:cs typeface="Arial"/>
              </a:defRPr>
            </a:pPr>
            <a:r>
              <a:rPr sz="1875" b="1">
                <a:solidFill>
                  <a:srgbClr val="19665B"/>
                </a:solidFill>
                <a:latin typeface="Arial"/>
                <a:ea typeface="Arial"/>
                <a:cs typeface="Arial"/>
              </a:rPr>
              <a:t>Remote сам по себе не подтверждает найм из Brazil.</a:t>
            </a:r>
          </a:p>
        </p:txBody>
      </p:sp>
    </p:spTree>
    <p:extLst>
      <p:ext uri="{BB962C8B-B14F-4D97-AF65-F5344CB8AC3E}">
        <p14:creationId xmlns:p14="http://schemas.microsoft.com/office/powerpoint/2010/main" val="215356901"/>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E6FA619F-68CC-45CC-B717-AB4574668AC8}"/>
              </a:ext>
            </a:extLst>
          </p:cNvPr>
          <p:cNvSpPr>
            <a:spLocks xmlns:a="http://schemas.openxmlformats.org/drawingml/2006/main" noGrp="1"/>
          </p:cNvSpPr>
          <p:nvPr/>
        </p:nvSpPr>
        <p:spPr>
          <a:xfrm xmlns:a="http://schemas.openxmlformats.org/drawingml/2006/main">
            <a:off x="609600" y="533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92C2A"/>
                </a:solidFill>
                <a:latin typeface="Arial"/>
                <a:ea typeface="Arial"/>
                <a:cs typeface="Arial"/>
              </a:defRPr>
            </a:defPPr>
            <a:lvl1pPr>
              <a:defRPr sz="3225" b="1">
                <a:solidFill>
                  <a:srgbClr val="192C2A"/>
                </a:solidFill>
                <a:latin typeface="Arial"/>
                <a:ea typeface="Arial"/>
                <a:cs typeface="Arial"/>
              </a:defRPr>
            </a:lvl1pPr>
            <a:lvl2pPr>
              <a:defRPr sz="3225" b="1">
                <a:solidFill>
                  <a:srgbClr val="192C2A"/>
                </a:solidFill>
                <a:latin typeface="Arial"/>
                <a:ea typeface="Arial"/>
                <a:cs typeface="Arial"/>
              </a:defRPr>
            </a:lvl2pPr>
            <a:lvl3pPr>
              <a:defRPr sz="3225" b="1">
                <a:solidFill>
                  <a:srgbClr val="192C2A"/>
                </a:solidFill>
                <a:latin typeface="Arial"/>
                <a:ea typeface="Arial"/>
                <a:cs typeface="Arial"/>
              </a:defRPr>
            </a:lvl3pPr>
            <a:lvl4pPr>
              <a:defRPr sz="3225" b="1">
                <a:solidFill>
                  <a:srgbClr val="192C2A"/>
                </a:solidFill>
                <a:latin typeface="Arial"/>
                <a:ea typeface="Arial"/>
                <a:cs typeface="Arial"/>
              </a:defRPr>
            </a:lvl4pPr>
            <a:lvl5pPr>
              <a:defRPr sz="3225" b="1">
                <a:solidFill>
                  <a:srgbClr val="192C2A"/>
                </a:solidFill>
                <a:latin typeface="Arial"/>
                <a:ea typeface="Arial"/>
                <a:cs typeface="Arial"/>
              </a:defRPr>
            </a:lvl5pPr>
            <a:lvl6pPr>
              <a:defRPr sz="3225" b="1">
                <a:solidFill>
                  <a:srgbClr val="192C2A"/>
                </a:solidFill>
                <a:latin typeface="Arial"/>
                <a:ea typeface="Arial"/>
                <a:cs typeface="Arial"/>
              </a:defRPr>
            </a:lvl6pPr>
            <a:lvl7pPr>
              <a:defRPr sz="3225" b="1">
                <a:solidFill>
                  <a:srgbClr val="192C2A"/>
                </a:solidFill>
                <a:latin typeface="Arial"/>
                <a:ea typeface="Arial"/>
                <a:cs typeface="Arial"/>
              </a:defRPr>
            </a:lvl7pPr>
            <a:lvl8pPr>
              <a:defRPr sz="3225" b="1">
                <a:solidFill>
                  <a:srgbClr val="192C2A"/>
                </a:solidFill>
                <a:latin typeface="Arial"/>
                <a:ea typeface="Arial"/>
                <a:cs typeface="Arial"/>
              </a:defRPr>
            </a:lvl8pPr>
            <a:lvl9pPr>
              <a:defRPr sz="3225" b="1">
                <a:solidFill>
                  <a:srgbClr val="192C2A"/>
                </a:solidFill>
                <a:latin typeface="Arial"/>
                <a:ea typeface="Arial"/>
                <a:cs typeface="Arial"/>
              </a:defRPr>
            </a:lvl9pPr>
          </a:lstStyle>
          <a:p xmlns:a="http://schemas.openxmlformats.org/drawingml/2006/main">
            <a:pPr>
              <a:defRPr sz="3225" b="1">
                <a:solidFill>
                  <a:srgbClr val="192C2A"/>
                </a:solidFill>
                <a:latin typeface="Arial"/>
                <a:ea typeface="Arial"/>
                <a:cs typeface="Arial"/>
              </a:defRPr>
            </a:pPr>
            <a:r>
              <a:rPr sz="3225" b="1">
                <a:solidFill>
                  <a:srgbClr val="192C2A"/>
                </a:solidFill>
                <a:latin typeface="Arial"/>
                <a:ea typeface="Arial"/>
                <a:cs typeface="Arial"/>
              </a:rPr>
              <a:t>Prefilter: предварительный отбор для AI</a:t>
            </a:r>
          </a:p>
        </p:txBody>
      </p:sp>
      <p:sp>
        <p:nvSpPr>
          <p:cNvPr id="2" name="subtitle">
            <a:extLst xmlns:a="http://schemas.openxmlformats.org/drawingml/2006/main">
              <a:ext uri="{FF2B5EF4-FFF2-40B4-BE49-F238E27FC236}">
                <a16:creationId xmlns:a16="http://schemas.microsoft.com/office/drawing/2014/main" id="{4A606015-FE96-4E53-82F1-3E4DEBA5D3FB}"/>
              </a:ext>
            </a:extLst>
          </p:cNvPr>
          <p:cNvSpPr>
            <a:spLocks xmlns:a="http://schemas.openxmlformats.org/drawingml/2006/main" noGrp="1"/>
          </p:cNvSpPr>
          <p:nvPr/>
        </p:nvSpPr>
        <p:spPr>
          <a:xfrm xmlns:a="http://schemas.openxmlformats.org/drawingml/2006/main">
            <a:off x="628650" y="146685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25D"/>
                </a:solidFill>
                <a:latin typeface="Arial"/>
                <a:ea typeface="Arial"/>
                <a:cs typeface="Arial"/>
              </a:defRPr>
            </a:defPPr>
            <a:lvl1pPr>
              <a:defRPr sz="1875" b="0">
                <a:solidFill>
                  <a:srgbClr val="52625D"/>
                </a:solidFill>
                <a:latin typeface="Arial"/>
                <a:ea typeface="Arial"/>
                <a:cs typeface="Arial"/>
              </a:defRPr>
            </a:lvl1pPr>
            <a:lvl2pPr>
              <a:defRPr sz="1875" b="0">
                <a:solidFill>
                  <a:srgbClr val="52625D"/>
                </a:solidFill>
                <a:latin typeface="Arial"/>
                <a:ea typeface="Arial"/>
                <a:cs typeface="Arial"/>
              </a:defRPr>
            </a:lvl2pPr>
            <a:lvl3pPr>
              <a:defRPr sz="1875" b="0">
                <a:solidFill>
                  <a:srgbClr val="52625D"/>
                </a:solidFill>
                <a:latin typeface="Arial"/>
                <a:ea typeface="Arial"/>
                <a:cs typeface="Arial"/>
              </a:defRPr>
            </a:lvl3pPr>
            <a:lvl4pPr>
              <a:defRPr sz="1875" b="0">
                <a:solidFill>
                  <a:srgbClr val="52625D"/>
                </a:solidFill>
                <a:latin typeface="Arial"/>
                <a:ea typeface="Arial"/>
                <a:cs typeface="Arial"/>
              </a:defRPr>
            </a:lvl4pPr>
            <a:lvl5pPr>
              <a:defRPr sz="1875" b="0">
                <a:solidFill>
                  <a:srgbClr val="52625D"/>
                </a:solidFill>
                <a:latin typeface="Arial"/>
                <a:ea typeface="Arial"/>
                <a:cs typeface="Arial"/>
              </a:defRPr>
            </a:lvl5pPr>
            <a:lvl6pPr>
              <a:defRPr sz="1875" b="0">
                <a:solidFill>
                  <a:srgbClr val="52625D"/>
                </a:solidFill>
                <a:latin typeface="Arial"/>
                <a:ea typeface="Arial"/>
                <a:cs typeface="Arial"/>
              </a:defRPr>
            </a:lvl6pPr>
            <a:lvl7pPr>
              <a:defRPr sz="1875" b="0">
                <a:solidFill>
                  <a:srgbClr val="52625D"/>
                </a:solidFill>
                <a:latin typeface="Arial"/>
                <a:ea typeface="Arial"/>
                <a:cs typeface="Arial"/>
              </a:defRPr>
            </a:lvl7pPr>
            <a:lvl8pPr>
              <a:defRPr sz="1875" b="0">
                <a:solidFill>
                  <a:srgbClr val="52625D"/>
                </a:solidFill>
                <a:latin typeface="Arial"/>
                <a:ea typeface="Arial"/>
                <a:cs typeface="Arial"/>
              </a:defRPr>
            </a:lvl8pPr>
            <a:lvl9pPr>
              <a:defRPr sz="1875" b="0">
                <a:solidFill>
                  <a:srgbClr val="52625D"/>
                </a:solidFill>
                <a:latin typeface="Arial"/>
                <a:ea typeface="Arial"/>
                <a:cs typeface="Arial"/>
              </a:defRPr>
            </a:lvl9pPr>
          </a:lstStyle>
          <a:p xmlns:a="http://schemas.openxmlformats.org/drawingml/2006/main">
            <a:pPr>
              <a:defRPr sz="1875" b="0">
                <a:solidFill>
                  <a:srgbClr val="52625D"/>
                </a:solidFill>
                <a:latin typeface="Arial"/>
                <a:ea typeface="Arial"/>
                <a:cs typeface="Arial"/>
              </a:defRPr>
            </a:pPr>
            <a:r>
              <a:rPr sz="1875" b="0">
                <a:solidFill>
                  <a:srgbClr val="52625D"/>
                </a:solidFill>
                <a:latin typeface="Arial"/>
                <a:ea typeface="Arial"/>
                <a:cs typeface="Arial"/>
              </a:rPr>
              <a:t>Новые решения prefilter получают при явном включении AI</a:t>
            </a:r>
          </a:p>
        </p:txBody>
      </p:sp>
      <p:sp>
        <p:nvSpPr>
          <p:cNvPr id="3" name="slide-number">
            <a:extLst xmlns:a="http://schemas.openxmlformats.org/drawingml/2006/main">
              <a:ext uri="{FF2B5EF4-FFF2-40B4-BE49-F238E27FC236}">
                <a16:creationId xmlns:a16="http://schemas.microsoft.com/office/drawing/2014/main" id="{82C37CBE-50A4-40EC-96A1-04C37B7A9CA5}"/>
              </a:ext>
            </a:extLst>
          </p:cNvPr>
          <p:cNvSpPr>
            <a:spLocks xmlns:a="http://schemas.openxmlformats.org/drawingml/2006/main" noGrp="1"/>
          </p:cNvSpPr>
          <p:nvPr/>
        </p:nvSpPr>
        <p:spPr>
          <a:xfrm xmlns:a="http://schemas.openxmlformats.org/drawingml/2006/main">
            <a:off x="11239500"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25D"/>
                </a:solidFill>
                <a:latin typeface="Arial"/>
                <a:ea typeface="Arial"/>
                <a:cs typeface="Arial"/>
              </a:defRPr>
            </a:defPPr>
            <a:lvl1pPr>
              <a:defRPr sz="1350" b="0">
                <a:solidFill>
                  <a:srgbClr val="52625D"/>
                </a:solidFill>
                <a:latin typeface="Arial"/>
                <a:ea typeface="Arial"/>
                <a:cs typeface="Arial"/>
              </a:defRPr>
            </a:lvl1pPr>
            <a:lvl2pPr>
              <a:defRPr sz="1350" b="0">
                <a:solidFill>
                  <a:srgbClr val="52625D"/>
                </a:solidFill>
                <a:latin typeface="Arial"/>
                <a:ea typeface="Arial"/>
                <a:cs typeface="Arial"/>
              </a:defRPr>
            </a:lvl2pPr>
            <a:lvl3pPr>
              <a:defRPr sz="1350" b="0">
                <a:solidFill>
                  <a:srgbClr val="52625D"/>
                </a:solidFill>
                <a:latin typeface="Arial"/>
                <a:ea typeface="Arial"/>
                <a:cs typeface="Arial"/>
              </a:defRPr>
            </a:lvl3pPr>
            <a:lvl4pPr>
              <a:defRPr sz="1350" b="0">
                <a:solidFill>
                  <a:srgbClr val="52625D"/>
                </a:solidFill>
                <a:latin typeface="Arial"/>
                <a:ea typeface="Arial"/>
                <a:cs typeface="Arial"/>
              </a:defRPr>
            </a:lvl4pPr>
            <a:lvl5pPr>
              <a:defRPr sz="1350" b="0">
                <a:solidFill>
                  <a:srgbClr val="52625D"/>
                </a:solidFill>
                <a:latin typeface="Arial"/>
                <a:ea typeface="Arial"/>
                <a:cs typeface="Arial"/>
              </a:defRPr>
            </a:lvl5pPr>
            <a:lvl6pPr>
              <a:defRPr sz="1350" b="0">
                <a:solidFill>
                  <a:srgbClr val="52625D"/>
                </a:solidFill>
                <a:latin typeface="Arial"/>
                <a:ea typeface="Arial"/>
                <a:cs typeface="Arial"/>
              </a:defRPr>
            </a:lvl6pPr>
            <a:lvl7pPr>
              <a:defRPr sz="1350" b="0">
                <a:solidFill>
                  <a:srgbClr val="52625D"/>
                </a:solidFill>
                <a:latin typeface="Arial"/>
                <a:ea typeface="Arial"/>
                <a:cs typeface="Arial"/>
              </a:defRPr>
            </a:lvl7pPr>
            <a:lvl8pPr>
              <a:defRPr sz="1350" b="0">
                <a:solidFill>
                  <a:srgbClr val="52625D"/>
                </a:solidFill>
                <a:latin typeface="Arial"/>
                <a:ea typeface="Arial"/>
                <a:cs typeface="Arial"/>
              </a:defRPr>
            </a:lvl8pPr>
            <a:lvl9pPr>
              <a:defRPr sz="1350" b="0">
                <a:solidFill>
                  <a:srgbClr val="52625D"/>
                </a:solidFill>
                <a:latin typeface="Arial"/>
                <a:ea typeface="Arial"/>
                <a:cs typeface="Arial"/>
              </a:defRPr>
            </a:lvl9pPr>
          </a:lstStyle>
          <a:p xmlns:a="http://schemas.openxmlformats.org/drawingml/2006/main">
            <a:pPr>
              <a:defRPr sz="1350" b="0">
                <a:solidFill>
                  <a:srgbClr val="52625D"/>
                </a:solidFill>
                <a:latin typeface="Arial"/>
                <a:ea typeface="Arial"/>
                <a:cs typeface="Arial"/>
              </a:defRPr>
            </a:pPr>
            <a:r>
              <a:rPr sz="1350" b="0">
                <a:solidFill>
                  <a:srgbClr val="52625D"/>
                </a:solidFill>
                <a:latin typeface="Arial"/>
                <a:ea typeface="Arial"/>
                <a:cs typeface="Arial"/>
              </a:rPr>
              <a:t>08</a:t>
            </a:r>
          </a:p>
        </p:txBody>
      </p:sp>
      <p:sp>
        <p:nvSpPr>
          <p:cNvPr id="4" name="text">
            <a:extLst xmlns:a="http://schemas.openxmlformats.org/drawingml/2006/main">
              <a:ext uri="{FF2B5EF4-FFF2-40B4-BE49-F238E27FC236}">
                <a16:creationId xmlns:a16="http://schemas.microsoft.com/office/drawing/2014/main" id="{16398186-AEBC-4C29-A221-17A3F397DD38}"/>
              </a:ext>
            </a:extLst>
          </p:cNvPr>
          <p:cNvSpPr>
            <a:spLocks xmlns:a="http://schemas.openxmlformats.org/drawingml/2006/main" noGrp="1"/>
          </p:cNvSpPr>
          <p:nvPr/>
        </p:nvSpPr>
        <p:spPr>
          <a:xfrm xmlns:a="http://schemas.openxmlformats.org/drawingml/2006/main">
            <a:off x="628650" y="23241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9665B"/>
                </a:solidFill>
                <a:latin typeface="Arial"/>
                <a:ea typeface="Arial"/>
                <a:cs typeface="Arial"/>
              </a:defRPr>
            </a:defPPr>
            <a:lvl1pPr>
              <a:defRPr sz="2100" b="1">
                <a:solidFill>
                  <a:srgbClr val="19665B"/>
                </a:solidFill>
                <a:latin typeface="Arial"/>
                <a:ea typeface="Arial"/>
                <a:cs typeface="Arial"/>
              </a:defRPr>
            </a:lvl1pPr>
            <a:lvl2pPr>
              <a:defRPr sz="2100" b="1">
                <a:solidFill>
                  <a:srgbClr val="19665B"/>
                </a:solidFill>
                <a:latin typeface="Arial"/>
                <a:ea typeface="Arial"/>
                <a:cs typeface="Arial"/>
              </a:defRPr>
            </a:lvl2pPr>
            <a:lvl3pPr>
              <a:defRPr sz="2100" b="1">
                <a:solidFill>
                  <a:srgbClr val="19665B"/>
                </a:solidFill>
                <a:latin typeface="Arial"/>
                <a:ea typeface="Arial"/>
                <a:cs typeface="Arial"/>
              </a:defRPr>
            </a:lvl3pPr>
            <a:lvl4pPr>
              <a:defRPr sz="2100" b="1">
                <a:solidFill>
                  <a:srgbClr val="19665B"/>
                </a:solidFill>
                <a:latin typeface="Arial"/>
                <a:ea typeface="Arial"/>
                <a:cs typeface="Arial"/>
              </a:defRPr>
            </a:lvl4pPr>
            <a:lvl5pPr>
              <a:defRPr sz="2100" b="1">
                <a:solidFill>
                  <a:srgbClr val="19665B"/>
                </a:solidFill>
                <a:latin typeface="Arial"/>
                <a:ea typeface="Arial"/>
                <a:cs typeface="Arial"/>
              </a:defRPr>
            </a:lvl5pPr>
            <a:lvl6pPr>
              <a:defRPr sz="2100" b="1">
                <a:solidFill>
                  <a:srgbClr val="19665B"/>
                </a:solidFill>
                <a:latin typeface="Arial"/>
                <a:ea typeface="Arial"/>
                <a:cs typeface="Arial"/>
              </a:defRPr>
            </a:lvl6pPr>
            <a:lvl7pPr>
              <a:defRPr sz="2100" b="1">
                <a:solidFill>
                  <a:srgbClr val="19665B"/>
                </a:solidFill>
                <a:latin typeface="Arial"/>
                <a:ea typeface="Arial"/>
                <a:cs typeface="Arial"/>
              </a:defRPr>
            </a:lvl7pPr>
            <a:lvl8pPr>
              <a:defRPr sz="2100" b="1">
                <a:solidFill>
                  <a:srgbClr val="19665B"/>
                </a:solidFill>
                <a:latin typeface="Arial"/>
                <a:ea typeface="Arial"/>
                <a:cs typeface="Arial"/>
              </a:defRPr>
            </a:lvl8pPr>
            <a:lvl9pPr>
              <a:defRPr sz="2100" b="1">
                <a:solidFill>
                  <a:srgbClr val="19665B"/>
                </a:solidFill>
                <a:latin typeface="Arial"/>
                <a:ea typeface="Arial"/>
                <a:cs typeface="Arial"/>
              </a:defRPr>
            </a:lvl9pPr>
          </a:lstStyle>
          <a:p xmlns:a="http://schemas.openxmlformats.org/drawingml/2006/main">
            <a:pPr>
              <a:defRPr sz="2100" b="1">
                <a:solidFill>
                  <a:srgbClr val="19665B"/>
                </a:solidFill>
                <a:latin typeface="Arial"/>
                <a:ea typeface="Arial"/>
                <a:cs typeface="Arial"/>
              </a:defRPr>
            </a:pPr>
            <a:r>
              <a:rPr sz="2100" b="1">
                <a:solidFill>
                  <a:srgbClr val="19665B"/>
                </a:solidFill>
                <a:latin typeface="Arial"/>
                <a:ea typeface="Arial"/>
                <a:cs typeface="Arial"/>
              </a:rPr>
              <a:t>Screen находит возможное несоответствие</a:t>
            </a:r>
          </a:p>
        </p:txBody>
      </p:sp>
      <p:sp>
        <p:nvSpPr>
          <p:cNvPr id="5" name="text">
            <a:extLst xmlns:a="http://schemas.openxmlformats.org/drawingml/2006/main">
              <a:ext uri="{FF2B5EF4-FFF2-40B4-BE49-F238E27FC236}">
                <a16:creationId xmlns:a16="http://schemas.microsoft.com/office/drawing/2014/main" id="{5F3EB917-AB54-4EAD-BED8-9B2BBC50283C}"/>
              </a:ext>
            </a:extLst>
          </p:cNvPr>
          <p:cNvSpPr>
            <a:spLocks xmlns:a="http://schemas.openxmlformats.org/drawingml/2006/main" noGrp="1"/>
          </p:cNvSpPr>
          <p:nvPr/>
        </p:nvSpPr>
        <p:spPr>
          <a:xfrm xmlns:a="http://schemas.openxmlformats.org/drawingml/2006/main">
            <a:off x="628650" y="287655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25D"/>
                </a:solidFill>
                <a:latin typeface="Arial"/>
                <a:ea typeface="Arial"/>
                <a:cs typeface="Arial"/>
              </a:defRPr>
            </a:defPPr>
            <a:lvl1pPr>
              <a:defRPr sz="2100" b="0">
                <a:solidFill>
                  <a:srgbClr val="52625D"/>
                </a:solidFill>
                <a:latin typeface="Arial"/>
                <a:ea typeface="Arial"/>
                <a:cs typeface="Arial"/>
              </a:defRPr>
            </a:lvl1pPr>
            <a:lvl2pPr>
              <a:defRPr sz="2100" b="0">
                <a:solidFill>
                  <a:srgbClr val="52625D"/>
                </a:solidFill>
                <a:latin typeface="Arial"/>
                <a:ea typeface="Arial"/>
                <a:cs typeface="Arial"/>
              </a:defRPr>
            </a:lvl2pPr>
            <a:lvl3pPr>
              <a:defRPr sz="2100" b="0">
                <a:solidFill>
                  <a:srgbClr val="52625D"/>
                </a:solidFill>
                <a:latin typeface="Arial"/>
                <a:ea typeface="Arial"/>
                <a:cs typeface="Arial"/>
              </a:defRPr>
            </a:lvl3pPr>
            <a:lvl4pPr>
              <a:defRPr sz="2100" b="0">
                <a:solidFill>
                  <a:srgbClr val="52625D"/>
                </a:solidFill>
                <a:latin typeface="Arial"/>
                <a:ea typeface="Arial"/>
                <a:cs typeface="Arial"/>
              </a:defRPr>
            </a:lvl4pPr>
            <a:lvl5pPr>
              <a:defRPr sz="2100" b="0">
                <a:solidFill>
                  <a:srgbClr val="52625D"/>
                </a:solidFill>
                <a:latin typeface="Arial"/>
                <a:ea typeface="Arial"/>
                <a:cs typeface="Arial"/>
              </a:defRPr>
            </a:lvl5pPr>
            <a:lvl6pPr>
              <a:defRPr sz="2100" b="0">
                <a:solidFill>
                  <a:srgbClr val="52625D"/>
                </a:solidFill>
                <a:latin typeface="Arial"/>
                <a:ea typeface="Arial"/>
                <a:cs typeface="Arial"/>
              </a:defRPr>
            </a:lvl6pPr>
            <a:lvl7pPr>
              <a:defRPr sz="2100" b="0">
                <a:solidFill>
                  <a:srgbClr val="52625D"/>
                </a:solidFill>
                <a:latin typeface="Arial"/>
                <a:ea typeface="Arial"/>
                <a:cs typeface="Arial"/>
              </a:defRPr>
            </a:lvl7pPr>
            <a:lvl8pPr>
              <a:defRPr sz="2100" b="0">
                <a:solidFill>
                  <a:srgbClr val="52625D"/>
                </a:solidFill>
                <a:latin typeface="Arial"/>
                <a:ea typeface="Arial"/>
                <a:cs typeface="Arial"/>
              </a:defRPr>
            </a:lvl8pPr>
            <a:lvl9pPr>
              <a:defRPr sz="2100" b="0">
                <a:solidFill>
                  <a:srgbClr val="52625D"/>
                </a:solidFill>
                <a:latin typeface="Arial"/>
                <a:ea typeface="Arial"/>
                <a:cs typeface="Arial"/>
              </a:defRPr>
            </a:lvl9pPr>
          </a:lstStyle>
          <a:p xmlns:a="http://schemas.openxmlformats.org/drawingml/2006/main">
            <a:pPr>
              <a:defRPr sz="2100" b="0">
                <a:solidFill>
                  <a:srgbClr val="52625D"/>
                </a:solidFill>
                <a:latin typeface="Arial"/>
                <a:ea typeface="Arial"/>
                <a:cs typeface="Arial"/>
              </a:defRPr>
            </a:pPr>
            <a:r>
              <a:rPr sz="2100" b="0">
                <a:solidFill>
                  <a:srgbClr val="52625D"/>
                </a:solidFill>
                <a:latin typeface="Arial"/>
                <a:ea typeface="Arial"/>
                <a:cs typeface="Arial"/>
              </a:rPr>
              <a:t>Verify отдельно проверяет основание и цитату. Пропустить полный разбор</a:t>
            </a:r>
          </a:p>
          <a:p xmlns:a="http://schemas.openxmlformats.org/drawingml/2006/main">
            <a:pPr>
              <a:defRPr sz="2100" b="0">
                <a:solidFill>
                  <a:srgbClr val="52625D"/>
                </a:solidFill>
                <a:latin typeface="Arial"/>
                <a:ea typeface="Arial"/>
                <a:cs typeface="Arial"/>
              </a:defRPr>
            </a:pPr>
            <a:r>
              <a:rPr sz="2100" b="0">
                <a:solidFill>
                  <a:srgbClr val="52625D"/>
                </a:solidFill>
                <a:latin typeface="Arial"/>
                <a:ea typeface="Arial"/>
                <a:cs typeface="Arial"/>
              </a:rPr>
              <a:t>можно только при согласованном подтверждении одного несоответствия.</a:t>
            </a:r>
          </a:p>
        </p:txBody>
      </p:sp>
      <p:sp>
        <p:nvSpPr>
          <p:cNvPr id="6" name="text">
            <a:extLst xmlns:a="http://schemas.openxmlformats.org/drawingml/2006/main">
              <a:ext uri="{FF2B5EF4-FFF2-40B4-BE49-F238E27FC236}">
                <a16:creationId xmlns:a16="http://schemas.microsoft.com/office/drawing/2014/main" id="{48909DB3-5D30-48B6-B70A-328417CA33D1}"/>
              </a:ext>
            </a:extLst>
          </p:cNvPr>
          <p:cNvSpPr>
            <a:spLocks xmlns:a="http://schemas.openxmlformats.org/drawingml/2006/main" noGrp="1"/>
          </p:cNvSpPr>
          <p:nvPr/>
        </p:nvSpPr>
        <p:spPr>
          <a:xfrm xmlns:a="http://schemas.openxmlformats.org/drawingml/2006/main">
            <a:off x="628650" y="40005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9665B"/>
                </a:solidFill>
                <a:latin typeface="Arial"/>
                <a:ea typeface="Arial"/>
                <a:cs typeface="Arial"/>
              </a:defRPr>
            </a:defPPr>
            <a:lvl1pPr>
              <a:defRPr sz="2100" b="1">
                <a:solidFill>
                  <a:srgbClr val="19665B"/>
                </a:solidFill>
                <a:latin typeface="Arial"/>
                <a:ea typeface="Arial"/>
                <a:cs typeface="Arial"/>
              </a:defRPr>
            </a:lvl1pPr>
            <a:lvl2pPr>
              <a:defRPr sz="2100" b="1">
                <a:solidFill>
                  <a:srgbClr val="19665B"/>
                </a:solidFill>
                <a:latin typeface="Arial"/>
                <a:ea typeface="Arial"/>
                <a:cs typeface="Arial"/>
              </a:defRPr>
            </a:lvl2pPr>
            <a:lvl3pPr>
              <a:defRPr sz="2100" b="1">
                <a:solidFill>
                  <a:srgbClr val="19665B"/>
                </a:solidFill>
                <a:latin typeface="Arial"/>
                <a:ea typeface="Arial"/>
                <a:cs typeface="Arial"/>
              </a:defRPr>
            </a:lvl3pPr>
            <a:lvl4pPr>
              <a:defRPr sz="2100" b="1">
                <a:solidFill>
                  <a:srgbClr val="19665B"/>
                </a:solidFill>
                <a:latin typeface="Arial"/>
                <a:ea typeface="Arial"/>
                <a:cs typeface="Arial"/>
              </a:defRPr>
            </a:lvl4pPr>
            <a:lvl5pPr>
              <a:defRPr sz="2100" b="1">
                <a:solidFill>
                  <a:srgbClr val="19665B"/>
                </a:solidFill>
                <a:latin typeface="Arial"/>
                <a:ea typeface="Arial"/>
                <a:cs typeface="Arial"/>
              </a:defRPr>
            </a:lvl5pPr>
            <a:lvl6pPr>
              <a:defRPr sz="2100" b="1">
                <a:solidFill>
                  <a:srgbClr val="19665B"/>
                </a:solidFill>
                <a:latin typeface="Arial"/>
                <a:ea typeface="Arial"/>
                <a:cs typeface="Arial"/>
              </a:defRPr>
            </a:lvl6pPr>
            <a:lvl7pPr>
              <a:defRPr sz="2100" b="1">
                <a:solidFill>
                  <a:srgbClr val="19665B"/>
                </a:solidFill>
                <a:latin typeface="Arial"/>
                <a:ea typeface="Arial"/>
                <a:cs typeface="Arial"/>
              </a:defRPr>
            </a:lvl7pPr>
            <a:lvl8pPr>
              <a:defRPr sz="2100" b="1">
                <a:solidFill>
                  <a:srgbClr val="19665B"/>
                </a:solidFill>
                <a:latin typeface="Arial"/>
                <a:ea typeface="Arial"/>
                <a:cs typeface="Arial"/>
              </a:defRPr>
            </a:lvl8pPr>
            <a:lvl9pPr>
              <a:defRPr sz="2100" b="1">
                <a:solidFill>
                  <a:srgbClr val="19665B"/>
                </a:solidFill>
                <a:latin typeface="Arial"/>
                <a:ea typeface="Arial"/>
                <a:cs typeface="Arial"/>
              </a:defRPr>
            </a:lvl9pPr>
          </a:lstStyle>
          <a:p xmlns:a="http://schemas.openxmlformats.org/drawingml/2006/main">
            <a:pPr>
              <a:defRPr sz="2100" b="1">
                <a:solidFill>
                  <a:srgbClr val="19665B"/>
                </a:solidFill>
                <a:latin typeface="Arial"/>
                <a:ea typeface="Arial"/>
                <a:cs typeface="Arial"/>
              </a:defRPr>
            </a:pPr>
            <a:r>
              <a:rPr sz="2100" b="1">
                <a:solidFill>
                  <a:srgbClr val="19665B"/>
                </a:solidFill>
                <a:latin typeface="Arial"/>
                <a:ea typeface="Arial"/>
                <a:cs typeface="Arial"/>
              </a:rPr>
              <a:t>Полный разбор</a:t>
            </a:r>
          </a:p>
        </p:txBody>
      </p:sp>
      <p:sp>
        <p:nvSpPr>
          <p:cNvPr id="7" name="text">
            <a:extLst xmlns:a="http://schemas.openxmlformats.org/drawingml/2006/main">
              <a:ext uri="{FF2B5EF4-FFF2-40B4-BE49-F238E27FC236}">
                <a16:creationId xmlns:a16="http://schemas.microsoft.com/office/drawing/2014/main" id="{A50FA6BA-3EEF-414F-8E33-52DC816BE02E}"/>
              </a:ext>
            </a:extLst>
          </p:cNvPr>
          <p:cNvSpPr>
            <a:spLocks xmlns:a="http://schemas.openxmlformats.org/drawingml/2006/main" noGrp="1"/>
          </p:cNvSpPr>
          <p:nvPr/>
        </p:nvSpPr>
        <p:spPr>
          <a:xfrm xmlns:a="http://schemas.openxmlformats.org/drawingml/2006/main">
            <a:off x="628650" y="4591050"/>
            <a:ext cx="4857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92C2A"/>
                </a:solidFill>
                <a:latin typeface="Arial"/>
                <a:ea typeface="Arial"/>
                <a:cs typeface="Arial"/>
              </a:defRPr>
            </a:defPPr>
            <a:lvl1pPr>
              <a:defRPr sz="2100" b="0">
                <a:solidFill>
                  <a:srgbClr val="192C2A"/>
                </a:solidFill>
                <a:latin typeface="Arial"/>
                <a:ea typeface="Arial"/>
                <a:cs typeface="Arial"/>
              </a:defRPr>
            </a:lvl1pPr>
            <a:lvl2pPr>
              <a:defRPr sz="2100" b="0">
                <a:solidFill>
                  <a:srgbClr val="192C2A"/>
                </a:solidFill>
                <a:latin typeface="Arial"/>
                <a:ea typeface="Arial"/>
                <a:cs typeface="Arial"/>
              </a:defRPr>
            </a:lvl2pPr>
            <a:lvl3pPr>
              <a:defRPr sz="2100" b="0">
                <a:solidFill>
                  <a:srgbClr val="192C2A"/>
                </a:solidFill>
                <a:latin typeface="Arial"/>
                <a:ea typeface="Arial"/>
                <a:cs typeface="Arial"/>
              </a:defRPr>
            </a:lvl3pPr>
            <a:lvl4pPr>
              <a:defRPr sz="2100" b="0">
                <a:solidFill>
                  <a:srgbClr val="192C2A"/>
                </a:solidFill>
                <a:latin typeface="Arial"/>
                <a:ea typeface="Arial"/>
                <a:cs typeface="Arial"/>
              </a:defRPr>
            </a:lvl4pPr>
            <a:lvl5pPr>
              <a:defRPr sz="2100" b="0">
                <a:solidFill>
                  <a:srgbClr val="192C2A"/>
                </a:solidFill>
                <a:latin typeface="Arial"/>
                <a:ea typeface="Arial"/>
                <a:cs typeface="Arial"/>
              </a:defRPr>
            </a:lvl5pPr>
            <a:lvl6pPr>
              <a:defRPr sz="2100" b="0">
                <a:solidFill>
                  <a:srgbClr val="192C2A"/>
                </a:solidFill>
                <a:latin typeface="Arial"/>
                <a:ea typeface="Arial"/>
                <a:cs typeface="Arial"/>
              </a:defRPr>
            </a:lvl6pPr>
            <a:lvl7pPr>
              <a:defRPr sz="2100" b="0">
                <a:solidFill>
                  <a:srgbClr val="192C2A"/>
                </a:solidFill>
                <a:latin typeface="Arial"/>
                <a:ea typeface="Arial"/>
                <a:cs typeface="Arial"/>
              </a:defRPr>
            </a:lvl7pPr>
            <a:lvl8pPr>
              <a:defRPr sz="2100" b="0">
                <a:solidFill>
                  <a:srgbClr val="192C2A"/>
                </a:solidFill>
                <a:latin typeface="Arial"/>
                <a:ea typeface="Arial"/>
                <a:cs typeface="Arial"/>
              </a:defRPr>
            </a:lvl8pPr>
            <a:lvl9pPr>
              <a:defRPr sz="2100" b="0">
                <a:solidFill>
                  <a:srgbClr val="192C2A"/>
                </a:solidFill>
                <a:latin typeface="Arial"/>
                <a:ea typeface="Arial"/>
                <a:cs typeface="Arial"/>
              </a:defRPr>
            </a:lvl9pPr>
          </a:lstStyle>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Неясность, ошибка, неполный текст</a:t>
            </a:r>
          </a:p>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или встречные доказательства</a:t>
            </a:r>
          </a:p>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аналитических задач.</a:t>
            </a:r>
          </a:p>
        </p:txBody>
      </p:sp>
      <p:sp>
        <p:nvSpPr>
          <p:cNvPr id="8" name="text">
            <a:extLst xmlns:a="http://schemas.openxmlformats.org/drawingml/2006/main">
              <a:ext uri="{FF2B5EF4-FFF2-40B4-BE49-F238E27FC236}">
                <a16:creationId xmlns:a16="http://schemas.microsoft.com/office/drawing/2014/main" id="{0518D23A-F730-496C-9554-8032CBE0C066}"/>
              </a:ext>
            </a:extLst>
          </p:cNvPr>
          <p:cNvSpPr>
            <a:spLocks xmlns:a="http://schemas.openxmlformats.org/drawingml/2006/main" noGrp="1"/>
          </p:cNvSpPr>
          <p:nvPr/>
        </p:nvSpPr>
        <p:spPr>
          <a:xfrm xmlns:a="http://schemas.openxmlformats.org/drawingml/2006/main">
            <a:off x="6343650" y="40005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9665B"/>
                </a:solidFill>
                <a:latin typeface="Arial"/>
                <a:ea typeface="Arial"/>
                <a:cs typeface="Arial"/>
              </a:defRPr>
            </a:defPPr>
            <a:lvl1pPr>
              <a:defRPr sz="2100" b="1">
                <a:solidFill>
                  <a:srgbClr val="19665B"/>
                </a:solidFill>
                <a:latin typeface="Arial"/>
                <a:ea typeface="Arial"/>
                <a:cs typeface="Arial"/>
              </a:defRPr>
            </a:lvl1pPr>
            <a:lvl2pPr>
              <a:defRPr sz="2100" b="1">
                <a:solidFill>
                  <a:srgbClr val="19665B"/>
                </a:solidFill>
                <a:latin typeface="Arial"/>
                <a:ea typeface="Arial"/>
                <a:cs typeface="Arial"/>
              </a:defRPr>
            </a:lvl2pPr>
            <a:lvl3pPr>
              <a:defRPr sz="2100" b="1">
                <a:solidFill>
                  <a:srgbClr val="19665B"/>
                </a:solidFill>
                <a:latin typeface="Arial"/>
                <a:ea typeface="Arial"/>
                <a:cs typeface="Arial"/>
              </a:defRPr>
            </a:lvl3pPr>
            <a:lvl4pPr>
              <a:defRPr sz="2100" b="1">
                <a:solidFill>
                  <a:srgbClr val="19665B"/>
                </a:solidFill>
                <a:latin typeface="Arial"/>
                <a:ea typeface="Arial"/>
                <a:cs typeface="Arial"/>
              </a:defRPr>
            </a:lvl4pPr>
            <a:lvl5pPr>
              <a:defRPr sz="2100" b="1">
                <a:solidFill>
                  <a:srgbClr val="19665B"/>
                </a:solidFill>
                <a:latin typeface="Arial"/>
                <a:ea typeface="Arial"/>
                <a:cs typeface="Arial"/>
              </a:defRPr>
            </a:lvl5pPr>
            <a:lvl6pPr>
              <a:defRPr sz="2100" b="1">
                <a:solidFill>
                  <a:srgbClr val="19665B"/>
                </a:solidFill>
                <a:latin typeface="Arial"/>
                <a:ea typeface="Arial"/>
                <a:cs typeface="Arial"/>
              </a:defRPr>
            </a:lvl6pPr>
            <a:lvl7pPr>
              <a:defRPr sz="2100" b="1">
                <a:solidFill>
                  <a:srgbClr val="19665B"/>
                </a:solidFill>
                <a:latin typeface="Arial"/>
                <a:ea typeface="Arial"/>
                <a:cs typeface="Arial"/>
              </a:defRPr>
            </a:lvl7pPr>
            <a:lvl8pPr>
              <a:defRPr sz="2100" b="1">
                <a:solidFill>
                  <a:srgbClr val="19665B"/>
                </a:solidFill>
                <a:latin typeface="Arial"/>
                <a:ea typeface="Arial"/>
                <a:cs typeface="Arial"/>
              </a:defRPr>
            </a:lvl8pPr>
            <a:lvl9pPr>
              <a:defRPr sz="2100" b="1">
                <a:solidFill>
                  <a:srgbClr val="19665B"/>
                </a:solidFill>
                <a:latin typeface="Arial"/>
                <a:ea typeface="Arial"/>
                <a:cs typeface="Arial"/>
              </a:defRPr>
            </a:lvl9pPr>
          </a:lstStyle>
          <a:p xmlns:a="http://schemas.openxmlformats.org/drawingml/2006/main">
            <a:pPr>
              <a:defRPr sz="2100" b="1">
                <a:solidFill>
                  <a:srgbClr val="19665B"/>
                </a:solidFill>
                <a:latin typeface="Arial"/>
                <a:ea typeface="Arial"/>
                <a:cs typeface="Arial"/>
              </a:defRPr>
            </a:pPr>
            <a:r>
              <a:rPr sz="2100" b="1">
                <a:solidFill>
                  <a:srgbClr val="19665B"/>
                </a:solidFill>
                <a:latin typeface="Arial"/>
                <a:ea typeface="Arial"/>
                <a:cs typeface="Arial"/>
              </a:rPr>
              <a:t>Разбор пропущен</a:t>
            </a:r>
          </a:p>
        </p:txBody>
      </p:sp>
      <p:sp>
        <p:nvSpPr>
          <p:cNvPr id="9" name="text">
            <a:extLst xmlns:a="http://schemas.openxmlformats.org/drawingml/2006/main">
              <a:ext uri="{FF2B5EF4-FFF2-40B4-BE49-F238E27FC236}">
                <a16:creationId xmlns:a16="http://schemas.microsoft.com/office/drawing/2014/main" id="{8FDB733A-37B3-4948-8A7B-963D8E4C32B8}"/>
              </a:ext>
            </a:extLst>
          </p:cNvPr>
          <p:cNvSpPr>
            <a:spLocks xmlns:a="http://schemas.openxmlformats.org/drawingml/2006/main" noGrp="1"/>
          </p:cNvSpPr>
          <p:nvPr/>
        </p:nvSpPr>
        <p:spPr>
          <a:xfrm xmlns:a="http://schemas.openxmlformats.org/drawingml/2006/main">
            <a:off x="6343650" y="4591050"/>
            <a:ext cx="5238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92C2A"/>
                </a:solidFill>
                <a:latin typeface="Arial"/>
                <a:ea typeface="Arial"/>
                <a:cs typeface="Arial"/>
              </a:defRPr>
            </a:defPPr>
            <a:lvl1pPr>
              <a:defRPr sz="2100" b="0">
                <a:solidFill>
                  <a:srgbClr val="192C2A"/>
                </a:solidFill>
                <a:latin typeface="Arial"/>
                <a:ea typeface="Arial"/>
                <a:cs typeface="Arial"/>
              </a:defRPr>
            </a:lvl1pPr>
            <a:lvl2pPr>
              <a:defRPr sz="2100" b="0">
                <a:solidFill>
                  <a:srgbClr val="192C2A"/>
                </a:solidFill>
                <a:latin typeface="Arial"/>
                <a:ea typeface="Arial"/>
                <a:cs typeface="Arial"/>
              </a:defRPr>
            </a:lvl2pPr>
            <a:lvl3pPr>
              <a:defRPr sz="2100" b="0">
                <a:solidFill>
                  <a:srgbClr val="192C2A"/>
                </a:solidFill>
                <a:latin typeface="Arial"/>
                <a:ea typeface="Arial"/>
                <a:cs typeface="Arial"/>
              </a:defRPr>
            </a:lvl3pPr>
            <a:lvl4pPr>
              <a:defRPr sz="2100" b="0">
                <a:solidFill>
                  <a:srgbClr val="192C2A"/>
                </a:solidFill>
                <a:latin typeface="Arial"/>
                <a:ea typeface="Arial"/>
                <a:cs typeface="Arial"/>
              </a:defRPr>
            </a:lvl4pPr>
            <a:lvl5pPr>
              <a:defRPr sz="2100" b="0">
                <a:solidFill>
                  <a:srgbClr val="192C2A"/>
                </a:solidFill>
                <a:latin typeface="Arial"/>
                <a:ea typeface="Arial"/>
                <a:cs typeface="Arial"/>
              </a:defRPr>
            </a:lvl5pPr>
            <a:lvl6pPr>
              <a:defRPr sz="2100" b="0">
                <a:solidFill>
                  <a:srgbClr val="192C2A"/>
                </a:solidFill>
                <a:latin typeface="Arial"/>
                <a:ea typeface="Arial"/>
                <a:cs typeface="Arial"/>
              </a:defRPr>
            </a:lvl6pPr>
            <a:lvl7pPr>
              <a:defRPr sz="2100" b="0">
                <a:solidFill>
                  <a:srgbClr val="192C2A"/>
                </a:solidFill>
                <a:latin typeface="Arial"/>
                <a:ea typeface="Arial"/>
                <a:cs typeface="Arial"/>
              </a:defRPr>
            </a:lvl7pPr>
            <a:lvl8pPr>
              <a:defRPr sz="2100" b="0">
                <a:solidFill>
                  <a:srgbClr val="192C2A"/>
                </a:solidFill>
                <a:latin typeface="Arial"/>
                <a:ea typeface="Arial"/>
                <a:cs typeface="Arial"/>
              </a:defRPr>
            </a:lvl8pPr>
            <a:lvl9pPr>
              <a:defRPr sz="2100" b="0">
                <a:solidFill>
                  <a:srgbClr val="192C2A"/>
                </a:solidFill>
                <a:latin typeface="Arial"/>
                <a:ea typeface="Arial"/>
                <a:cs typeface="Arial"/>
              </a:defRPr>
            </a:lvl9pPr>
          </a:lstStyle>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Маршрут suppressed сохраняет</a:t>
            </a:r>
          </a:p>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карточку для проверки,</a:t>
            </a:r>
          </a:p>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общий результат: REVIEW.</a:t>
            </a:r>
          </a:p>
        </p:txBody>
      </p:sp>
      <p:sp>
        <p:nvSpPr>
          <p:cNvPr id="10" name="text">
            <a:extLst xmlns:a="http://schemas.openxmlformats.org/drawingml/2006/main">
              <a:ext uri="{FF2B5EF4-FFF2-40B4-BE49-F238E27FC236}">
                <a16:creationId xmlns:a16="http://schemas.microsoft.com/office/drawing/2014/main" id="{715D9C79-104C-4BB4-867A-DE7F6DF6B0B1}"/>
              </a:ext>
            </a:extLst>
          </p:cNvPr>
          <p:cNvSpPr>
            <a:spLocks xmlns:a="http://schemas.openxmlformats.org/drawingml/2006/main" noGrp="1"/>
          </p:cNvSpPr>
          <p:nvPr/>
        </p:nvSpPr>
        <p:spPr>
          <a:xfrm xmlns:a="http://schemas.openxmlformats.org/drawingml/2006/main">
            <a:off x="628650" y="5762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9665B"/>
                </a:solidFill>
                <a:latin typeface="Arial"/>
                <a:ea typeface="Arial"/>
                <a:cs typeface="Arial"/>
              </a:defRPr>
            </a:defPPr>
            <a:lvl1pPr>
              <a:defRPr sz="1800" b="0">
                <a:solidFill>
                  <a:srgbClr val="19665B"/>
                </a:solidFill>
                <a:latin typeface="Arial"/>
                <a:ea typeface="Arial"/>
                <a:cs typeface="Arial"/>
              </a:defRPr>
            </a:lvl1pPr>
            <a:lvl2pPr>
              <a:defRPr sz="1800" b="0">
                <a:solidFill>
                  <a:srgbClr val="19665B"/>
                </a:solidFill>
                <a:latin typeface="Arial"/>
                <a:ea typeface="Arial"/>
                <a:cs typeface="Arial"/>
              </a:defRPr>
            </a:lvl2pPr>
            <a:lvl3pPr>
              <a:defRPr sz="1800" b="0">
                <a:solidFill>
                  <a:srgbClr val="19665B"/>
                </a:solidFill>
                <a:latin typeface="Arial"/>
                <a:ea typeface="Arial"/>
                <a:cs typeface="Arial"/>
              </a:defRPr>
            </a:lvl3pPr>
            <a:lvl4pPr>
              <a:defRPr sz="1800" b="0">
                <a:solidFill>
                  <a:srgbClr val="19665B"/>
                </a:solidFill>
                <a:latin typeface="Arial"/>
                <a:ea typeface="Arial"/>
                <a:cs typeface="Arial"/>
              </a:defRPr>
            </a:lvl4pPr>
            <a:lvl5pPr>
              <a:defRPr sz="1800" b="0">
                <a:solidFill>
                  <a:srgbClr val="19665B"/>
                </a:solidFill>
                <a:latin typeface="Arial"/>
                <a:ea typeface="Arial"/>
                <a:cs typeface="Arial"/>
              </a:defRPr>
            </a:lvl5pPr>
            <a:lvl6pPr>
              <a:defRPr sz="1800" b="0">
                <a:solidFill>
                  <a:srgbClr val="19665B"/>
                </a:solidFill>
                <a:latin typeface="Arial"/>
                <a:ea typeface="Arial"/>
                <a:cs typeface="Arial"/>
              </a:defRPr>
            </a:lvl6pPr>
            <a:lvl7pPr>
              <a:defRPr sz="1800" b="0">
                <a:solidFill>
                  <a:srgbClr val="19665B"/>
                </a:solidFill>
                <a:latin typeface="Arial"/>
                <a:ea typeface="Arial"/>
                <a:cs typeface="Arial"/>
              </a:defRPr>
            </a:lvl7pPr>
            <a:lvl8pPr>
              <a:defRPr sz="1800" b="0">
                <a:solidFill>
                  <a:srgbClr val="19665B"/>
                </a:solidFill>
                <a:latin typeface="Arial"/>
                <a:ea typeface="Arial"/>
                <a:cs typeface="Arial"/>
              </a:defRPr>
            </a:lvl8pPr>
            <a:lvl9pPr>
              <a:defRPr sz="1800" b="0">
                <a:solidFill>
                  <a:srgbClr val="19665B"/>
                </a:solidFill>
                <a:latin typeface="Arial"/>
                <a:ea typeface="Arial"/>
                <a:cs typeface="Arial"/>
              </a:defRPr>
            </a:lvl9pPr>
          </a:lstStyle>
          <a:p xmlns:a="http://schemas.openxmlformats.org/drawingml/2006/main">
            <a:pPr>
              <a:defRPr sz="1800" b="0">
                <a:solidFill>
                  <a:srgbClr val="19665B"/>
                </a:solidFill>
                <a:latin typeface="Arial"/>
                <a:ea typeface="Arial"/>
                <a:cs typeface="Arial"/>
              </a:defRPr>
            </a:pPr>
            <a:r>
              <a:rPr sz="1800" b="0">
                <a:solidFill>
                  <a:srgbClr val="19665B"/>
                </a:solidFill>
                <a:latin typeface="Arial"/>
                <a:ea typeface="Arial"/>
                <a:cs typeface="Arial"/>
              </a:rPr>
              <a:t>Score=0 после suppression требует отдельного прочтения.</a:t>
            </a:r>
          </a:p>
          <a:p xmlns:a="http://schemas.openxmlformats.org/drawingml/2006/main">
            <a:pPr>
              <a:defRPr sz="1800" b="0">
                <a:solidFill>
                  <a:srgbClr val="19665B"/>
                </a:solidFill>
                <a:latin typeface="Arial"/>
                <a:ea typeface="Arial"/>
                <a:cs typeface="Arial"/>
              </a:defRPr>
            </a:pPr>
            <a:r>
              <a:rPr sz="1800" b="0">
                <a:solidFill>
                  <a:srgbClr val="19665B"/>
                </a:solidFill>
                <a:latin typeface="Arial"/>
                <a:ea typeface="Arial"/>
                <a:cs typeface="Arial"/>
              </a:rPr>
              <a:t>Полезность для практики интервью остаётся самостоятельным вопросом.</a:t>
            </a:r>
          </a:p>
        </p:txBody>
      </p:sp>
    </p:spTree>
    <p:extLst>
      <p:ext uri="{BB962C8B-B14F-4D97-AF65-F5344CB8AC3E}">
        <p14:creationId xmlns:p14="http://schemas.microsoft.com/office/powerpoint/2010/main" val="1734371895"/>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CCDCF601-0D19-4F2C-B19F-A49C3CE1AAA1}"/>
              </a:ext>
            </a:extLst>
          </p:cNvPr>
          <p:cNvSpPr>
            <a:spLocks xmlns:a="http://schemas.openxmlformats.org/drawingml/2006/main" noGrp="1"/>
          </p:cNvSpPr>
          <p:nvPr/>
        </p:nvSpPr>
        <p:spPr>
          <a:xfrm xmlns:a="http://schemas.openxmlformats.org/drawingml/2006/main">
            <a:off x="609600" y="533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92C2A"/>
                </a:solidFill>
                <a:latin typeface="Arial"/>
                <a:ea typeface="Arial"/>
                <a:cs typeface="Arial"/>
              </a:defRPr>
            </a:defPPr>
            <a:lvl1pPr>
              <a:defRPr sz="3225" b="1">
                <a:solidFill>
                  <a:srgbClr val="192C2A"/>
                </a:solidFill>
                <a:latin typeface="Arial"/>
                <a:ea typeface="Arial"/>
                <a:cs typeface="Arial"/>
              </a:defRPr>
            </a:lvl1pPr>
            <a:lvl2pPr>
              <a:defRPr sz="3225" b="1">
                <a:solidFill>
                  <a:srgbClr val="192C2A"/>
                </a:solidFill>
                <a:latin typeface="Arial"/>
                <a:ea typeface="Arial"/>
                <a:cs typeface="Arial"/>
              </a:defRPr>
            </a:lvl2pPr>
            <a:lvl3pPr>
              <a:defRPr sz="3225" b="1">
                <a:solidFill>
                  <a:srgbClr val="192C2A"/>
                </a:solidFill>
                <a:latin typeface="Arial"/>
                <a:ea typeface="Arial"/>
                <a:cs typeface="Arial"/>
              </a:defRPr>
            </a:lvl3pPr>
            <a:lvl4pPr>
              <a:defRPr sz="3225" b="1">
                <a:solidFill>
                  <a:srgbClr val="192C2A"/>
                </a:solidFill>
                <a:latin typeface="Arial"/>
                <a:ea typeface="Arial"/>
                <a:cs typeface="Arial"/>
              </a:defRPr>
            </a:lvl4pPr>
            <a:lvl5pPr>
              <a:defRPr sz="3225" b="1">
                <a:solidFill>
                  <a:srgbClr val="192C2A"/>
                </a:solidFill>
                <a:latin typeface="Arial"/>
                <a:ea typeface="Arial"/>
                <a:cs typeface="Arial"/>
              </a:defRPr>
            </a:lvl5pPr>
            <a:lvl6pPr>
              <a:defRPr sz="3225" b="1">
                <a:solidFill>
                  <a:srgbClr val="192C2A"/>
                </a:solidFill>
                <a:latin typeface="Arial"/>
                <a:ea typeface="Arial"/>
                <a:cs typeface="Arial"/>
              </a:defRPr>
            </a:lvl6pPr>
            <a:lvl7pPr>
              <a:defRPr sz="3225" b="1">
                <a:solidFill>
                  <a:srgbClr val="192C2A"/>
                </a:solidFill>
                <a:latin typeface="Arial"/>
                <a:ea typeface="Arial"/>
                <a:cs typeface="Arial"/>
              </a:defRPr>
            </a:lvl7pPr>
            <a:lvl8pPr>
              <a:defRPr sz="3225" b="1">
                <a:solidFill>
                  <a:srgbClr val="192C2A"/>
                </a:solidFill>
                <a:latin typeface="Arial"/>
                <a:ea typeface="Arial"/>
                <a:cs typeface="Arial"/>
              </a:defRPr>
            </a:lvl8pPr>
            <a:lvl9pPr>
              <a:defRPr sz="3225" b="1">
                <a:solidFill>
                  <a:srgbClr val="192C2A"/>
                </a:solidFill>
                <a:latin typeface="Arial"/>
                <a:ea typeface="Arial"/>
                <a:cs typeface="Arial"/>
              </a:defRPr>
            </a:lvl9pPr>
          </a:lstStyle>
          <a:p xmlns:a="http://schemas.openxmlformats.org/drawingml/2006/main">
            <a:pPr>
              <a:defRPr sz="3225" b="1">
                <a:solidFill>
                  <a:srgbClr val="192C2A"/>
                </a:solidFill>
                <a:latin typeface="Arial"/>
                <a:ea typeface="Arial"/>
                <a:cs typeface="Arial"/>
              </a:defRPr>
            </a:pPr>
            <a:r>
              <a:rPr sz="3225" b="1">
                <a:solidFill>
                  <a:srgbClr val="192C2A"/>
                </a:solidFill>
                <a:latin typeface="Arial"/>
                <a:ea typeface="Arial"/>
                <a:cs typeface="Arial"/>
              </a:rPr>
              <a:t>Разметка связывает факт с точной цитатой</a:t>
            </a:r>
          </a:p>
        </p:txBody>
      </p:sp>
      <p:sp>
        <p:nvSpPr>
          <p:cNvPr id="2" name="subtitle">
            <a:extLst xmlns:a="http://schemas.openxmlformats.org/drawingml/2006/main">
              <a:ext uri="{FF2B5EF4-FFF2-40B4-BE49-F238E27FC236}">
                <a16:creationId xmlns:a16="http://schemas.microsoft.com/office/drawing/2014/main" id="{DED94B36-76B0-4BFF-932A-FC4ACF9A2464}"/>
              </a:ext>
            </a:extLst>
          </p:cNvPr>
          <p:cNvSpPr>
            <a:spLocks xmlns:a="http://schemas.openxmlformats.org/drawingml/2006/main" noGrp="1"/>
          </p:cNvSpPr>
          <p:nvPr/>
        </p:nvSpPr>
        <p:spPr>
          <a:xfrm xmlns:a="http://schemas.openxmlformats.org/drawingml/2006/main">
            <a:off x="628650" y="146685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25D"/>
                </a:solidFill>
                <a:latin typeface="Arial"/>
                <a:ea typeface="Arial"/>
                <a:cs typeface="Arial"/>
              </a:defRPr>
            </a:defPPr>
            <a:lvl1pPr>
              <a:defRPr sz="1875" b="0">
                <a:solidFill>
                  <a:srgbClr val="52625D"/>
                </a:solidFill>
                <a:latin typeface="Arial"/>
                <a:ea typeface="Arial"/>
                <a:cs typeface="Arial"/>
              </a:defRPr>
            </a:lvl1pPr>
            <a:lvl2pPr>
              <a:defRPr sz="1875" b="0">
                <a:solidFill>
                  <a:srgbClr val="52625D"/>
                </a:solidFill>
                <a:latin typeface="Arial"/>
                <a:ea typeface="Arial"/>
                <a:cs typeface="Arial"/>
              </a:defRPr>
            </a:lvl2pPr>
            <a:lvl3pPr>
              <a:defRPr sz="1875" b="0">
                <a:solidFill>
                  <a:srgbClr val="52625D"/>
                </a:solidFill>
                <a:latin typeface="Arial"/>
                <a:ea typeface="Arial"/>
                <a:cs typeface="Arial"/>
              </a:defRPr>
            </a:lvl3pPr>
            <a:lvl4pPr>
              <a:defRPr sz="1875" b="0">
                <a:solidFill>
                  <a:srgbClr val="52625D"/>
                </a:solidFill>
                <a:latin typeface="Arial"/>
                <a:ea typeface="Arial"/>
                <a:cs typeface="Arial"/>
              </a:defRPr>
            </a:lvl4pPr>
            <a:lvl5pPr>
              <a:defRPr sz="1875" b="0">
                <a:solidFill>
                  <a:srgbClr val="52625D"/>
                </a:solidFill>
                <a:latin typeface="Arial"/>
                <a:ea typeface="Arial"/>
                <a:cs typeface="Arial"/>
              </a:defRPr>
            </a:lvl5pPr>
            <a:lvl6pPr>
              <a:defRPr sz="1875" b="0">
                <a:solidFill>
                  <a:srgbClr val="52625D"/>
                </a:solidFill>
                <a:latin typeface="Arial"/>
                <a:ea typeface="Arial"/>
                <a:cs typeface="Arial"/>
              </a:defRPr>
            </a:lvl6pPr>
            <a:lvl7pPr>
              <a:defRPr sz="1875" b="0">
                <a:solidFill>
                  <a:srgbClr val="52625D"/>
                </a:solidFill>
                <a:latin typeface="Arial"/>
                <a:ea typeface="Arial"/>
                <a:cs typeface="Arial"/>
              </a:defRPr>
            </a:lvl7pPr>
            <a:lvl8pPr>
              <a:defRPr sz="1875" b="0">
                <a:solidFill>
                  <a:srgbClr val="52625D"/>
                </a:solidFill>
                <a:latin typeface="Arial"/>
                <a:ea typeface="Arial"/>
                <a:cs typeface="Arial"/>
              </a:defRPr>
            </a:lvl8pPr>
            <a:lvl9pPr>
              <a:defRPr sz="1875" b="0">
                <a:solidFill>
                  <a:srgbClr val="52625D"/>
                </a:solidFill>
                <a:latin typeface="Arial"/>
                <a:ea typeface="Arial"/>
                <a:cs typeface="Arial"/>
              </a:defRPr>
            </a:lvl9pPr>
          </a:lstStyle>
          <a:p xmlns:a="http://schemas.openxmlformats.org/drawingml/2006/main">
            <a:pPr>
              <a:defRPr sz="1875" b="0">
                <a:solidFill>
                  <a:srgbClr val="52625D"/>
                </a:solidFill>
                <a:latin typeface="Arial"/>
                <a:ea typeface="Arial"/>
                <a:cs typeface="Arial"/>
              </a:defRPr>
            </a:pPr>
            <a:r>
              <a:rPr sz="1875" b="0">
                <a:solidFill>
                  <a:srgbClr val="52625D"/>
                </a:solidFill>
                <a:latin typeface="Arial"/>
                <a:ea typeface="Arial"/>
                <a:cs typeface="Arial"/>
              </a:rPr>
              <a:t>Одна модель предлагает утверждение, другая проверяет его по исходнику</a:t>
            </a:r>
          </a:p>
        </p:txBody>
      </p:sp>
      <p:sp>
        <p:nvSpPr>
          <p:cNvPr id="3" name="slide-number">
            <a:extLst xmlns:a="http://schemas.openxmlformats.org/drawingml/2006/main">
              <a:ext uri="{FF2B5EF4-FFF2-40B4-BE49-F238E27FC236}">
                <a16:creationId xmlns:a16="http://schemas.microsoft.com/office/drawing/2014/main" id="{4F4FC0CD-597A-4A49-A98E-DE684251D37B}"/>
              </a:ext>
            </a:extLst>
          </p:cNvPr>
          <p:cNvSpPr>
            <a:spLocks xmlns:a="http://schemas.openxmlformats.org/drawingml/2006/main" noGrp="1"/>
          </p:cNvSpPr>
          <p:nvPr/>
        </p:nvSpPr>
        <p:spPr>
          <a:xfrm xmlns:a="http://schemas.openxmlformats.org/drawingml/2006/main">
            <a:off x="11239500"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25D"/>
                </a:solidFill>
                <a:latin typeface="Arial"/>
                <a:ea typeface="Arial"/>
                <a:cs typeface="Arial"/>
              </a:defRPr>
            </a:defPPr>
            <a:lvl1pPr>
              <a:defRPr sz="1350" b="0">
                <a:solidFill>
                  <a:srgbClr val="52625D"/>
                </a:solidFill>
                <a:latin typeface="Arial"/>
                <a:ea typeface="Arial"/>
                <a:cs typeface="Arial"/>
              </a:defRPr>
            </a:lvl1pPr>
            <a:lvl2pPr>
              <a:defRPr sz="1350" b="0">
                <a:solidFill>
                  <a:srgbClr val="52625D"/>
                </a:solidFill>
                <a:latin typeface="Arial"/>
                <a:ea typeface="Arial"/>
                <a:cs typeface="Arial"/>
              </a:defRPr>
            </a:lvl2pPr>
            <a:lvl3pPr>
              <a:defRPr sz="1350" b="0">
                <a:solidFill>
                  <a:srgbClr val="52625D"/>
                </a:solidFill>
                <a:latin typeface="Arial"/>
                <a:ea typeface="Arial"/>
                <a:cs typeface="Arial"/>
              </a:defRPr>
            </a:lvl3pPr>
            <a:lvl4pPr>
              <a:defRPr sz="1350" b="0">
                <a:solidFill>
                  <a:srgbClr val="52625D"/>
                </a:solidFill>
                <a:latin typeface="Arial"/>
                <a:ea typeface="Arial"/>
                <a:cs typeface="Arial"/>
              </a:defRPr>
            </a:lvl4pPr>
            <a:lvl5pPr>
              <a:defRPr sz="1350" b="0">
                <a:solidFill>
                  <a:srgbClr val="52625D"/>
                </a:solidFill>
                <a:latin typeface="Arial"/>
                <a:ea typeface="Arial"/>
                <a:cs typeface="Arial"/>
              </a:defRPr>
            </a:lvl5pPr>
            <a:lvl6pPr>
              <a:defRPr sz="1350" b="0">
                <a:solidFill>
                  <a:srgbClr val="52625D"/>
                </a:solidFill>
                <a:latin typeface="Arial"/>
                <a:ea typeface="Arial"/>
                <a:cs typeface="Arial"/>
              </a:defRPr>
            </a:lvl6pPr>
            <a:lvl7pPr>
              <a:defRPr sz="1350" b="0">
                <a:solidFill>
                  <a:srgbClr val="52625D"/>
                </a:solidFill>
                <a:latin typeface="Arial"/>
                <a:ea typeface="Arial"/>
                <a:cs typeface="Arial"/>
              </a:defRPr>
            </a:lvl7pPr>
            <a:lvl8pPr>
              <a:defRPr sz="1350" b="0">
                <a:solidFill>
                  <a:srgbClr val="52625D"/>
                </a:solidFill>
                <a:latin typeface="Arial"/>
                <a:ea typeface="Arial"/>
                <a:cs typeface="Arial"/>
              </a:defRPr>
            </a:lvl8pPr>
            <a:lvl9pPr>
              <a:defRPr sz="1350" b="0">
                <a:solidFill>
                  <a:srgbClr val="52625D"/>
                </a:solidFill>
                <a:latin typeface="Arial"/>
                <a:ea typeface="Arial"/>
                <a:cs typeface="Arial"/>
              </a:defRPr>
            </a:lvl9pPr>
          </a:lstStyle>
          <a:p xmlns:a="http://schemas.openxmlformats.org/drawingml/2006/main">
            <a:pPr>
              <a:defRPr sz="1350" b="0">
                <a:solidFill>
                  <a:srgbClr val="52625D"/>
                </a:solidFill>
                <a:latin typeface="Arial"/>
                <a:ea typeface="Arial"/>
                <a:cs typeface="Arial"/>
              </a:defRPr>
            </a:pPr>
            <a:r>
              <a:rPr sz="1350" b="0">
                <a:solidFill>
                  <a:srgbClr val="52625D"/>
                </a:solidFill>
                <a:latin typeface="Arial"/>
                <a:ea typeface="Arial"/>
                <a:cs typeface="Arial"/>
              </a:rPr>
              <a:t>09</a:t>
            </a:r>
          </a:p>
        </p:txBody>
      </p:sp>
      <p:sp>
        <p:nvSpPr>
          <p:cNvPr id="4" name="text">
            <a:extLst xmlns:a="http://schemas.openxmlformats.org/drawingml/2006/main">
              <a:ext uri="{FF2B5EF4-FFF2-40B4-BE49-F238E27FC236}">
                <a16:creationId xmlns:a16="http://schemas.microsoft.com/office/drawing/2014/main" id="{7B200CAD-78A5-4EEE-B05E-8648BAC8D992}"/>
              </a:ext>
            </a:extLst>
          </p:cNvPr>
          <p:cNvSpPr>
            <a:spLocks xmlns:a="http://schemas.openxmlformats.org/drawingml/2006/main" noGrp="1"/>
          </p:cNvSpPr>
          <p:nvPr/>
        </p:nvSpPr>
        <p:spPr>
          <a:xfrm xmlns:a="http://schemas.openxmlformats.org/drawingml/2006/main">
            <a:off x="628650" y="234315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9665B"/>
                </a:solidFill>
                <a:latin typeface="Arial"/>
                <a:ea typeface="Arial"/>
                <a:cs typeface="Arial"/>
              </a:defRPr>
            </a:defPPr>
            <a:lvl1pPr>
              <a:defRPr sz="2700" b="1">
                <a:solidFill>
                  <a:srgbClr val="19665B"/>
                </a:solidFill>
                <a:latin typeface="Arial"/>
                <a:ea typeface="Arial"/>
                <a:cs typeface="Arial"/>
              </a:defRPr>
            </a:lvl1pPr>
            <a:lvl2pPr>
              <a:defRPr sz="2700" b="1">
                <a:solidFill>
                  <a:srgbClr val="19665B"/>
                </a:solidFill>
                <a:latin typeface="Arial"/>
                <a:ea typeface="Arial"/>
                <a:cs typeface="Arial"/>
              </a:defRPr>
            </a:lvl2pPr>
            <a:lvl3pPr>
              <a:defRPr sz="2700" b="1">
                <a:solidFill>
                  <a:srgbClr val="19665B"/>
                </a:solidFill>
                <a:latin typeface="Arial"/>
                <a:ea typeface="Arial"/>
                <a:cs typeface="Arial"/>
              </a:defRPr>
            </a:lvl3pPr>
            <a:lvl4pPr>
              <a:defRPr sz="2700" b="1">
                <a:solidFill>
                  <a:srgbClr val="19665B"/>
                </a:solidFill>
                <a:latin typeface="Arial"/>
                <a:ea typeface="Arial"/>
                <a:cs typeface="Arial"/>
              </a:defRPr>
            </a:lvl4pPr>
            <a:lvl5pPr>
              <a:defRPr sz="2700" b="1">
                <a:solidFill>
                  <a:srgbClr val="19665B"/>
                </a:solidFill>
                <a:latin typeface="Arial"/>
                <a:ea typeface="Arial"/>
                <a:cs typeface="Arial"/>
              </a:defRPr>
            </a:lvl5pPr>
            <a:lvl6pPr>
              <a:defRPr sz="2700" b="1">
                <a:solidFill>
                  <a:srgbClr val="19665B"/>
                </a:solidFill>
                <a:latin typeface="Arial"/>
                <a:ea typeface="Arial"/>
                <a:cs typeface="Arial"/>
              </a:defRPr>
            </a:lvl6pPr>
            <a:lvl7pPr>
              <a:defRPr sz="2700" b="1">
                <a:solidFill>
                  <a:srgbClr val="19665B"/>
                </a:solidFill>
                <a:latin typeface="Arial"/>
                <a:ea typeface="Arial"/>
                <a:cs typeface="Arial"/>
              </a:defRPr>
            </a:lvl7pPr>
            <a:lvl8pPr>
              <a:defRPr sz="2700" b="1">
                <a:solidFill>
                  <a:srgbClr val="19665B"/>
                </a:solidFill>
                <a:latin typeface="Arial"/>
                <a:ea typeface="Arial"/>
                <a:cs typeface="Arial"/>
              </a:defRPr>
            </a:lvl8pPr>
            <a:lvl9pPr>
              <a:defRPr sz="2700" b="1">
                <a:solidFill>
                  <a:srgbClr val="19665B"/>
                </a:solidFill>
                <a:latin typeface="Arial"/>
                <a:ea typeface="Arial"/>
                <a:cs typeface="Arial"/>
              </a:defRPr>
            </a:lvl9pPr>
          </a:lstStyle>
          <a:p xmlns:a="http://schemas.openxmlformats.org/drawingml/2006/main">
            <a:pPr>
              <a:defRPr sz="2700" b="1">
                <a:solidFill>
                  <a:srgbClr val="19665B"/>
                </a:solidFill>
                <a:latin typeface="Arial"/>
                <a:ea typeface="Arial"/>
                <a:cs typeface="Arial"/>
              </a:defRPr>
            </a:pPr>
            <a:r>
              <a:rPr sz="2700" b="1">
                <a:solidFill>
                  <a:srgbClr val="19665B"/>
                </a:solidFill>
                <a:latin typeface="Arial"/>
                <a:ea typeface="Arial"/>
                <a:cs typeface="Arial"/>
              </a:rPr>
              <a:t>“You will lead pricing experiments</a:t>
            </a:r>
          </a:p>
          <a:p xmlns:a="http://schemas.openxmlformats.org/drawingml/2006/main">
            <a:pPr>
              <a:defRPr sz="2700" b="1">
                <a:solidFill>
                  <a:srgbClr val="19665B"/>
                </a:solidFill>
                <a:latin typeface="Arial"/>
                <a:ea typeface="Arial"/>
                <a:cs typeface="Arial"/>
              </a:defRPr>
            </a:pPr>
            <a:r>
              <a:rPr sz="2700" b="1">
                <a:solidFill>
                  <a:srgbClr val="19665B"/>
                </a:solidFill>
                <a:latin typeface="Arial"/>
                <a:ea typeface="Arial"/>
                <a:cs typeface="Arial"/>
              </a:rPr>
              <a:t>and partner with product teams.”</a:t>
            </a:r>
          </a:p>
        </p:txBody>
      </p:sp>
      <p:sp>
        <p:nvSpPr>
          <p:cNvPr id="5" name="text">
            <a:extLst xmlns:a="http://schemas.openxmlformats.org/drawingml/2006/main">
              <a:ext uri="{FF2B5EF4-FFF2-40B4-BE49-F238E27FC236}">
                <a16:creationId xmlns:a16="http://schemas.microsoft.com/office/drawing/2014/main" id="{A5F87AB6-BCFA-43F6-A866-CBE931FA7412}"/>
              </a:ext>
            </a:extLst>
          </p:cNvPr>
          <p:cNvSpPr>
            <a:spLocks xmlns:a="http://schemas.openxmlformats.org/drawingml/2006/main" noGrp="1"/>
          </p:cNvSpPr>
          <p:nvPr/>
        </p:nvSpPr>
        <p:spPr>
          <a:xfrm xmlns:a="http://schemas.openxmlformats.org/drawingml/2006/main">
            <a:off x="647700" y="34671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25D"/>
                </a:solidFill>
                <a:latin typeface="Arial"/>
                <a:ea typeface="Arial"/>
                <a:cs typeface="Arial"/>
              </a:defRPr>
            </a:defPPr>
            <a:lvl1pPr>
              <a:defRPr sz="1575" b="0">
                <a:solidFill>
                  <a:srgbClr val="52625D"/>
                </a:solidFill>
                <a:latin typeface="Arial"/>
                <a:ea typeface="Arial"/>
                <a:cs typeface="Arial"/>
              </a:defRPr>
            </a:lvl1pPr>
            <a:lvl2pPr>
              <a:defRPr sz="1575" b="0">
                <a:solidFill>
                  <a:srgbClr val="52625D"/>
                </a:solidFill>
                <a:latin typeface="Arial"/>
                <a:ea typeface="Arial"/>
                <a:cs typeface="Arial"/>
              </a:defRPr>
            </a:lvl2pPr>
            <a:lvl3pPr>
              <a:defRPr sz="1575" b="0">
                <a:solidFill>
                  <a:srgbClr val="52625D"/>
                </a:solidFill>
                <a:latin typeface="Arial"/>
                <a:ea typeface="Arial"/>
                <a:cs typeface="Arial"/>
              </a:defRPr>
            </a:lvl3pPr>
            <a:lvl4pPr>
              <a:defRPr sz="1575" b="0">
                <a:solidFill>
                  <a:srgbClr val="52625D"/>
                </a:solidFill>
                <a:latin typeface="Arial"/>
                <a:ea typeface="Arial"/>
                <a:cs typeface="Arial"/>
              </a:defRPr>
            </a:lvl4pPr>
            <a:lvl5pPr>
              <a:defRPr sz="1575" b="0">
                <a:solidFill>
                  <a:srgbClr val="52625D"/>
                </a:solidFill>
                <a:latin typeface="Arial"/>
                <a:ea typeface="Arial"/>
                <a:cs typeface="Arial"/>
              </a:defRPr>
            </a:lvl5pPr>
            <a:lvl6pPr>
              <a:defRPr sz="1575" b="0">
                <a:solidFill>
                  <a:srgbClr val="52625D"/>
                </a:solidFill>
                <a:latin typeface="Arial"/>
                <a:ea typeface="Arial"/>
                <a:cs typeface="Arial"/>
              </a:defRPr>
            </a:lvl6pPr>
            <a:lvl7pPr>
              <a:defRPr sz="1575" b="0">
                <a:solidFill>
                  <a:srgbClr val="52625D"/>
                </a:solidFill>
                <a:latin typeface="Arial"/>
                <a:ea typeface="Arial"/>
                <a:cs typeface="Arial"/>
              </a:defRPr>
            </a:lvl7pPr>
            <a:lvl8pPr>
              <a:defRPr sz="1575" b="0">
                <a:solidFill>
                  <a:srgbClr val="52625D"/>
                </a:solidFill>
                <a:latin typeface="Arial"/>
                <a:ea typeface="Arial"/>
                <a:cs typeface="Arial"/>
              </a:defRPr>
            </a:lvl8pPr>
            <a:lvl9pPr>
              <a:defRPr sz="1575" b="0">
                <a:solidFill>
                  <a:srgbClr val="52625D"/>
                </a:solidFill>
                <a:latin typeface="Arial"/>
                <a:ea typeface="Arial"/>
                <a:cs typeface="Arial"/>
              </a:defRPr>
            </a:lvl9pPr>
          </a:lstStyle>
          <a:p xmlns:a="http://schemas.openxmlformats.org/drawingml/2006/main">
            <a:pPr>
              <a:defRPr sz="1575" b="0">
                <a:solidFill>
                  <a:srgbClr val="52625D"/>
                </a:solidFill>
                <a:latin typeface="Arial"/>
                <a:ea typeface="Arial"/>
                <a:cs typeface="Arial"/>
              </a:defRPr>
            </a:pPr>
            <a:r>
              <a:rPr sz="1575" b="0">
                <a:solidFill>
                  <a:srgbClr val="52625D"/>
                </a:solidFill>
                <a:latin typeface="Arial"/>
                <a:ea typeface="Arial"/>
                <a:cs typeface="Arial"/>
              </a:rPr>
              <a:t>Учебный фрагмент, вымышленный пример</a:t>
            </a:r>
          </a:p>
        </p:txBody>
      </p:sp>
      <p:sp>
        <p:nvSpPr>
          <p:cNvPr id="6" name="text">
            <a:extLst xmlns:a="http://schemas.openxmlformats.org/drawingml/2006/main">
              <a:ext uri="{FF2B5EF4-FFF2-40B4-BE49-F238E27FC236}">
                <a16:creationId xmlns:a16="http://schemas.microsoft.com/office/drawing/2014/main" id="{DDDA9126-0925-4366-91CF-BBCEFAD00E19}"/>
              </a:ext>
            </a:extLst>
          </p:cNvPr>
          <p:cNvSpPr>
            <a:spLocks xmlns:a="http://schemas.openxmlformats.org/drawingml/2006/main" noGrp="1"/>
          </p:cNvSpPr>
          <p:nvPr/>
        </p:nvSpPr>
        <p:spPr>
          <a:xfrm xmlns:a="http://schemas.openxmlformats.org/drawingml/2006/main">
            <a:off x="628650" y="40005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9665B"/>
                </a:solidFill>
                <a:latin typeface="Arial"/>
                <a:ea typeface="Arial"/>
                <a:cs typeface="Arial"/>
              </a:defRPr>
            </a:defPPr>
            <a:lvl1pPr>
              <a:defRPr sz="2100" b="1">
                <a:solidFill>
                  <a:srgbClr val="19665B"/>
                </a:solidFill>
                <a:latin typeface="Arial"/>
                <a:ea typeface="Arial"/>
                <a:cs typeface="Arial"/>
              </a:defRPr>
            </a:lvl1pPr>
            <a:lvl2pPr>
              <a:defRPr sz="2100" b="1">
                <a:solidFill>
                  <a:srgbClr val="19665B"/>
                </a:solidFill>
                <a:latin typeface="Arial"/>
                <a:ea typeface="Arial"/>
                <a:cs typeface="Arial"/>
              </a:defRPr>
            </a:lvl2pPr>
            <a:lvl3pPr>
              <a:defRPr sz="2100" b="1">
                <a:solidFill>
                  <a:srgbClr val="19665B"/>
                </a:solidFill>
                <a:latin typeface="Arial"/>
                <a:ea typeface="Arial"/>
                <a:cs typeface="Arial"/>
              </a:defRPr>
            </a:lvl3pPr>
            <a:lvl4pPr>
              <a:defRPr sz="2100" b="1">
                <a:solidFill>
                  <a:srgbClr val="19665B"/>
                </a:solidFill>
                <a:latin typeface="Arial"/>
                <a:ea typeface="Arial"/>
                <a:cs typeface="Arial"/>
              </a:defRPr>
            </a:lvl4pPr>
            <a:lvl5pPr>
              <a:defRPr sz="2100" b="1">
                <a:solidFill>
                  <a:srgbClr val="19665B"/>
                </a:solidFill>
                <a:latin typeface="Arial"/>
                <a:ea typeface="Arial"/>
                <a:cs typeface="Arial"/>
              </a:defRPr>
            </a:lvl5pPr>
            <a:lvl6pPr>
              <a:defRPr sz="2100" b="1">
                <a:solidFill>
                  <a:srgbClr val="19665B"/>
                </a:solidFill>
                <a:latin typeface="Arial"/>
                <a:ea typeface="Arial"/>
                <a:cs typeface="Arial"/>
              </a:defRPr>
            </a:lvl6pPr>
            <a:lvl7pPr>
              <a:defRPr sz="2100" b="1">
                <a:solidFill>
                  <a:srgbClr val="19665B"/>
                </a:solidFill>
                <a:latin typeface="Arial"/>
                <a:ea typeface="Arial"/>
                <a:cs typeface="Arial"/>
              </a:defRPr>
            </a:lvl7pPr>
            <a:lvl8pPr>
              <a:defRPr sz="2100" b="1">
                <a:solidFill>
                  <a:srgbClr val="19665B"/>
                </a:solidFill>
                <a:latin typeface="Arial"/>
                <a:ea typeface="Arial"/>
                <a:cs typeface="Arial"/>
              </a:defRPr>
            </a:lvl8pPr>
            <a:lvl9pPr>
              <a:defRPr sz="2100" b="1">
                <a:solidFill>
                  <a:srgbClr val="19665B"/>
                </a:solidFill>
                <a:latin typeface="Arial"/>
                <a:ea typeface="Arial"/>
                <a:cs typeface="Arial"/>
              </a:defRPr>
            </a:lvl9pPr>
          </a:lstStyle>
          <a:p xmlns:a="http://schemas.openxmlformats.org/drawingml/2006/main">
            <a:pPr>
              <a:defRPr sz="2100" b="1">
                <a:solidFill>
                  <a:srgbClr val="19665B"/>
                </a:solidFill>
                <a:latin typeface="Arial"/>
                <a:ea typeface="Arial"/>
                <a:cs typeface="Arial"/>
              </a:defRPr>
            </a:pPr>
            <a:r>
              <a:rPr sz="2100" b="1">
                <a:solidFill>
                  <a:srgbClr val="19665B"/>
                </a:solidFill>
                <a:latin typeface="Arial"/>
                <a:ea typeface="Arial"/>
                <a:cs typeface="Arial"/>
              </a:rPr>
              <a:t>Что можно подтвердить</a:t>
            </a:r>
          </a:p>
        </p:txBody>
      </p:sp>
      <p:sp>
        <p:nvSpPr>
          <p:cNvPr id="7" name="text">
            <a:extLst xmlns:a="http://schemas.openxmlformats.org/drawingml/2006/main">
              <a:ext uri="{FF2B5EF4-FFF2-40B4-BE49-F238E27FC236}">
                <a16:creationId xmlns:a16="http://schemas.microsoft.com/office/drawing/2014/main" id="{5A87065A-ACBF-4B08-9442-C559C13AD91E}"/>
              </a:ext>
            </a:extLst>
          </p:cNvPr>
          <p:cNvSpPr>
            <a:spLocks xmlns:a="http://schemas.openxmlformats.org/drawingml/2006/main" noGrp="1"/>
          </p:cNvSpPr>
          <p:nvPr/>
        </p:nvSpPr>
        <p:spPr>
          <a:xfrm xmlns:a="http://schemas.openxmlformats.org/drawingml/2006/main">
            <a:off x="628650" y="4591050"/>
            <a:ext cx="4857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92C2A"/>
                </a:solidFill>
                <a:latin typeface="Arial"/>
                <a:ea typeface="Arial"/>
                <a:cs typeface="Arial"/>
              </a:defRPr>
            </a:defPPr>
            <a:lvl1pPr>
              <a:defRPr sz="2100" b="0">
                <a:solidFill>
                  <a:srgbClr val="192C2A"/>
                </a:solidFill>
                <a:latin typeface="Arial"/>
                <a:ea typeface="Arial"/>
                <a:cs typeface="Arial"/>
              </a:defRPr>
            </a:lvl1pPr>
            <a:lvl2pPr>
              <a:defRPr sz="2100" b="0">
                <a:solidFill>
                  <a:srgbClr val="192C2A"/>
                </a:solidFill>
                <a:latin typeface="Arial"/>
                <a:ea typeface="Arial"/>
                <a:cs typeface="Arial"/>
              </a:defRPr>
            </a:lvl2pPr>
            <a:lvl3pPr>
              <a:defRPr sz="2100" b="0">
                <a:solidFill>
                  <a:srgbClr val="192C2A"/>
                </a:solidFill>
                <a:latin typeface="Arial"/>
                <a:ea typeface="Arial"/>
                <a:cs typeface="Arial"/>
              </a:defRPr>
            </a:lvl3pPr>
            <a:lvl4pPr>
              <a:defRPr sz="2100" b="0">
                <a:solidFill>
                  <a:srgbClr val="192C2A"/>
                </a:solidFill>
                <a:latin typeface="Arial"/>
                <a:ea typeface="Arial"/>
                <a:cs typeface="Arial"/>
              </a:defRPr>
            </a:lvl4pPr>
            <a:lvl5pPr>
              <a:defRPr sz="2100" b="0">
                <a:solidFill>
                  <a:srgbClr val="192C2A"/>
                </a:solidFill>
                <a:latin typeface="Arial"/>
                <a:ea typeface="Arial"/>
                <a:cs typeface="Arial"/>
              </a:defRPr>
            </a:lvl5pPr>
            <a:lvl6pPr>
              <a:defRPr sz="2100" b="0">
                <a:solidFill>
                  <a:srgbClr val="192C2A"/>
                </a:solidFill>
                <a:latin typeface="Arial"/>
                <a:ea typeface="Arial"/>
                <a:cs typeface="Arial"/>
              </a:defRPr>
            </a:lvl6pPr>
            <a:lvl7pPr>
              <a:defRPr sz="2100" b="0">
                <a:solidFill>
                  <a:srgbClr val="192C2A"/>
                </a:solidFill>
                <a:latin typeface="Arial"/>
                <a:ea typeface="Arial"/>
                <a:cs typeface="Arial"/>
              </a:defRPr>
            </a:lvl7pPr>
            <a:lvl8pPr>
              <a:defRPr sz="2100" b="0">
                <a:solidFill>
                  <a:srgbClr val="192C2A"/>
                </a:solidFill>
                <a:latin typeface="Arial"/>
                <a:ea typeface="Arial"/>
                <a:cs typeface="Arial"/>
              </a:defRPr>
            </a:lvl8pPr>
            <a:lvl9pPr>
              <a:defRPr sz="2100" b="0">
                <a:solidFill>
                  <a:srgbClr val="192C2A"/>
                </a:solidFill>
                <a:latin typeface="Arial"/>
                <a:ea typeface="Arial"/>
                <a:cs typeface="Arial"/>
              </a:defRPr>
            </a:lvl9pPr>
          </a:lstStyle>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Эта роль ведёт эксперименты</a:t>
            </a:r>
          </a:p>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и взаимодействует с командами.</a:t>
            </a:r>
          </a:p>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Утверждение хранит ID фрагмента,</a:t>
            </a:r>
          </a:p>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точную цитату и статус проверки.</a:t>
            </a:r>
          </a:p>
        </p:txBody>
      </p:sp>
      <p:sp>
        <p:nvSpPr>
          <p:cNvPr id="8" name="text">
            <a:extLst xmlns:a="http://schemas.openxmlformats.org/drawingml/2006/main">
              <a:ext uri="{FF2B5EF4-FFF2-40B4-BE49-F238E27FC236}">
                <a16:creationId xmlns:a16="http://schemas.microsoft.com/office/drawing/2014/main" id="{F14A139D-9E30-440C-97AF-F07AB430EE9E}"/>
              </a:ext>
            </a:extLst>
          </p:cNvPr>
          <p:cNvSpPr>
            <a:spLocks xmlns:a="http://schemas.openxmlformats.org/drawingml/2006/main" noGrp="1"/>
          </p:cNvSpPr>
          <p:nvPr/>
        </p:nvSpPr>
        <p:spPr>
          <a:xfrm xmlns:a="http://schemas.openxmlformats.org/drawingml/2006/main">
            <a:off x="6343650" y="40005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9665B"/>
                </a:solidFill>
                <a:latin typeface="Arial"/>
                <a:ea typeface="Arial"/>
                <a:cs typeface="Arial"/>
              </a:defRPr>
            </a:defPPr>
            <a:lvl1pPr>
              <a:defRPr sz="2100" b="1">
                <a:solidFill>
                  <a:srgbClr val="19665B"/>
                </a:solidFill>
                <a:latin typeface="Arial"/>
                <a:ea typeface="Arial"/>
                <a:cs typeface="Arial"/>
              </a:defRPr>
            </a:lvl1pPr>
            <a:lvl2pPr>
              <a:defRPr sz="2100" b="1">
                <a:solidFill>
                  <a:srgbClr val="19665B"/>
                </a:solidFill>
                <a:latin typeface="Arial"/>
                <a:ea typeface="Arial"/>
                <a:cs typeface="Arial"/>
              </a:defRPr>
            </a:lvl2pPr>
            <a:lvl3pPr>
              <a:defRPr sz="2100" b="1">
                <a:solidFill>
                  <a:srgbClr val="19665B"/>
                </a:solidFill>
                <a:latin typeface="Arial"/>
                <a:ea typeface="Arial"/>
                <a:cs typeface="Arial"/>
              </a:defRPr>
            </a:lvl3pPr>
            <a:lvl4pPr>
              <a:defRPr sz="2100" b="1">
                <a:solidFill>
                  <a:srgbClr val="19665B"/>
                </a:solidFill>
                <a:latin typeface="Arial"/>
                <a:ea typeface="Arial"/>
                <a:cs typeface="Arial"/>
              </a:defRPr>
            </a:lvl4pPr>
            <a:lvl5pPr>
              <a:defRPr sz="2100" b="1">
                <a:solidFill>
                  <a:srgbClr val="19665B"/>
                </a:solidFill>
                <a:latin typeface="Arial"/>
                <a:ea typeface="Arial"/>
                <a:cs typeface="Arial"/>
              </a:defRPr>
            </a:lvl5pPr>
            <a:lvl6pPr>
              <a:defRPr sz="2100" b="1">
                <a:solidFill>
                  <a:srgbClr val="19665B"/>
                </a:solidFill>
                <a:latin typeface="Arial"/>
                <a:ea typeface="Arial"/>
                <a:cs typeface="Arial"/>
              </a:defRPr>
            </a:lvl6pPr>
            <a:lvl7pPr>
              <a:defRPr sz="2100" b="1">
                <a:solidFill>
                  <a:srgbClr val="19665B"/>
                </a:solidFill>
                <a:latin typeface="Arial"/>
                <a:ea typeface="Arial"/>
                <a:cs typeface="Arial"/>
              </a:defRPr>
            </a:lvl7pPr>
            <a:lvl8pPr>
              <a:defRPr sz="2100" b="1">
                <a:solidFill>
                  <a:srgbClr val="19665B"/>
                </a:solidFill>
                <a:latin typeface="Arial"/>
                <a:ea typeface="Arial"/>
                <a:cs typeface="Arial"/>
              </a:defRPr>
            </a:lvl8pPr>
            <a:lvl9pPr>
              <a:defRPr sz="2100" b="1">
                <a:solidFill>
                  <a:srgbClr val="19665B"/>
                </a:solidFill>
                <a:latin typeface="Arial"/>
                <a:ea typeface="Arial"/>
                <a:cs typeface="Arial"/>
              </a:defRPr>
            </a:lvl9pPr>
          </a:lstStyle>
          <a:p xmlns:a="http://schemas.openxmlformats.org/drawingml/2006/main">
            <a:pPr>
              <a:defRPr sz="2100" b="1">
                <a:solidFill>
                  <a:srgbClr val="19665B"/>
                </a:solidFill>
                <a:latin typeface="Arial"/>
                <a:ea typeface="Arial"/>
                <a:cs typeface="Arial"/>
              </a:defRPr>
            </a:pPr>
            <a:r>
              <a:rPr sz="2100" b="1">
                <a:solidFill>
                  <a:srgbClr val="19665B"/>
                </a:solidFill>
                <a:latin typeface="Arial"/>
                <a:ea typeface="Arial"/>
                <a:cs typeface="Arial"/>
              </a:rPr>
              <a:t>Что ещё неизвестно</a:t>
            </a:r>
          </a:p>
        </p:txBody>
      </p:sp>
      <p:sp>
        <p:nvSpPr>
          <p:cNvPr id="9" name="text">
            <a:extLst xmlns:a="http://schemas.openxmlformats.org/drawingml/2006/main">
              <a:ext uri="{FF2B5EF4-FFF2-40B4-BE49-F238E27FC236}">
                <a16:creationId xmlns:a16="http://schemas.microsoft.com/office/drawing/2014/main" id="{413234BB-DF82-4AAD-A61E-BD92C5B970C3}"/>
              </a:ext>
            </a:extLst>
          </p:cNvPr>
          <p:cNvSpPr>
            <a:spLocks xmlns:a="http://schemas.openxmlformats.org/drawingml/2006/main" noGrp="1"/>
          </p:cNvSpPr>
          <p:nvPr/>
        </p:nvSpPr>
        <p:spPr>
          <a:xfrm xmlns:a="http://schemas.openxmlformats.org/drawingml/2006/main">
            <a:off x="6343650" y="4591050"/>
            <a:ext cx="5238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92C2A"/>
                </a:solidFill>
                <a:latin typeface="Arial"/>
                <a:ea typeface="Arial"/>
                <a:cs typeface="Arial"/>
              </a:defRPr>
            </a:defPPr>
            <a:lvl1pPr>
              <a:defRPr sz="2100" b="0">
                <a:solidFill>
                  <a:srgbClr val="192C2A"/>
                </a:solidFill>
                <a:latin typeface="Arial"/>
                <a:ea typeface="Arial"/>
                <a:cs typeface="Arial"/>
              </a:defRPr>
            </a:lvl1pPr>
            <a:lvl2pPr>
              <a:defRPr sz="2100" b="0">
                <a:solidFill>
                  <a:srgbClr val="192C2A"/>
                </a:solidFill>
                <a:latin typeface="Arial"/>
                <a:ea typeface="Arial"/>
                <a:cs typeface="Arial"/>
              </a:defRPr>
            </a:lvl2pPr>
            <a:lvl3pPr>
              <a:defRPr sz="2100" b="0">
                <a:solidFill>
                  <a:srgbClr val="192C2A"/>
                </a:solidFill>
                <a:latin typeface="Arial"/>
                <a:ea typeface="Arial"/>
                <a:cs typeface="Arial"/>
              </a:defRPr>
            </a:lvl3pPr>
            <a:lvl4pPr>
              <a:defRPr sz="2100" b="0">
                <a:solidFill>
                  <a:srgbClr val="192C2A"/>
                </a:solidFill>
                <a:latin typeface="Arial"/>
                <a:ea typeface="Arial"/>
                <a:cs typeface="Arial"/>
              </a:defRPr>
            </a:lvl4pPr>
            <a:lvl5pPr>
              <a:defRPr sz="2100" b="0">
                <a:solidFill>
                  <a:srgbClr val="192C2A"/>
                </a:solidFill>
                <a:latin typeface="Arial"/>
                <a:ea typeface="Arial"/>
                <a:cs typeface="Arial"/>
              </a:defRPr>
            </a:lvl5pPr>
            <a:lvl6pPr>
              <a:defRPr sz="2100" b="0">
                <a:solidFill>
                  <a:srgbClr val="192C2A"/>
                </a:solidFill>
                <a:latin typeface="Arial"/>
                <a:ea typeface="Arial"/>
                <a:cs typeface="Arial"/>
              </a:defRPr>
            </a:lvl6pPr>
            <a:lvl7pPr>
              <a:defRPr sz="2100" b="0">
                <a:solidFill>
                  <a:srgbClr val="192C2A"/>
                </a:solidFill>
                <a:latin typeface="Arial"/>
                <a:ea typeface="Arial"/>
                <a:cs typeface="Arial"/>
              </a:defRPr>
            </a:lvl7pPr>
            <a:lvl8pPr>
              <a:defRPr sz="2100" b="0">
                <a:solidFill>
                  <a:srgbClr val="192C2A"/>
                </a:solidFill>
                <a:latin typeface="Arial"/>
                <a:ea typeface="Arial"/>
                <a:cs typeface="Arial"/>
              </a:defRPr>
            </a:lvl8pPr>
            <a:lvl9pPr>
              <a:defRPr sz="2100" b="0">
                <a:solidFill>
                  <a:srgbClr val="192C2A"/>
                </a:solidFill>
                <a:latin typeface="Arial"/>
                <a:ea typeface="Arial"/>
                <a:cs typeface="Arial"/>
              </a:defRPr>
            </a:lvl9pPr>
          </a:lstStyle>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География допустимого найма.</a:t>
            </a:r>
          </a:p>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Рабочий язык команды.</a:t>
            </a:r>
          </a:p>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Право пользователя на работу.</a:t>
            </a:r>
          </a:p>
          <a:p xmlns:a="http://schemas.openxmlformats.org/drawingml/2006/main">
            <a:pPr>
              <a:defRPr sz="2100" b="0">
                <a:solidFill>
                  <a:srgbClr val="192C2A"/>
                </a:solidFill>
                <a:latin typeface="Arial"/>
                <a:ea typeface="Arial"/>
                <a:cs typeface="Arial"/>
              </a:defRPr>
            </a:pPr>
            <a:r>
              <a:rPr sz="2100" b="0">
                <a:solidFill>
                  <a:srgbClr val="192C2A"/>
                </a:solidFill>
                <a:latin typeface="Arial"/>
                <a:ea typeface="Arial"/>
                <a:cs typeface="Arial"/>
              </a:rPr>
              <a:t>Эти сведения требуют источника.</a:t>
            </a:r>
          </a:p>
        </p:txBody>
      </p:sp>
    </p:spTree>
    <p:extLst>
      <p:ext uri="{BB962C8B-B14F-4D97-AF65-F5344CB8AC3E}">
        <p14:creationId xmlns:p14="http://schemas.microsoft.com/office/powerpoint/2010/main" val="2081313838"/>
      </p:ext>
    </p:extLst>
  </p:cSld>
</p:sld>
</file>

<file path=ppt/slides/slide10.xml><?xml version="1.0" encoding="utf-8"?>
<p:sld xmlns:p="http://schemas.openxmlformats.org/presentationml/2006/main">
  <p:cSld>
    <p:bg>
      <p:bgPr>
        <a:solidFill xmlns:a="http://schemas.openxmlformats.org/drawingml/2006/main">
          <a:srgbClr val="192C2A"/>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B619C9A9-1367-4B83-8652-03D55B08C72B}"/>
              </a:ext>
            </a:extLst>
          </p:cNvPr>
          <p:cNvSpPr>
            <a:spLocks xmlns:a="http://schemas.openxmlformats.org/drawingml/2006/main" noGrp="1"/>
          </p:cNvSpPr>
          <p:nvPr/>
        </p:nvSpPr>
        <p:spPr>
          <a:xfrm xmlns:a="http://schemas.openxmlformats.org/drawingml/2006/main">
            <a:off x="609600" y="533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5F1E8"/>
                </a:solidFill>
                <a:latin typeface="Arial"/>
                <a:ea typeface="Arial"/>
                <a:cs typeface="Arial"/>
              </a:defRPr>
            </a:defPPr>
            <a:lvl1pPr>
              <a:defRPr sz="3225" b="1">
                <a:solidFill>
                  <a:srgbClr val="F5F1E8"/>
                </a:solidFill>
                <a:latin typeface="Arial"/>
                <a:ea typeface="Arial"/>
                <a:cs typeface="Arial"/>
              </a:defRPr>
            </a:lvl1pPr>
            <a:lvl2pPr>
              <a:defRPr sz="3225" b="1">
                <a:solidFill>
                  <a:srgbClr val="F5F1E8"/>
                </a:solidFill>
                <a:latin typeface="Arial"/>
                <a:ea typeface="Arial"/>
                <a:cs typeface="Arial"/>
              </a:defRPr>
            </a:lvl2pPr>
            <a:lvl3pPr>
              <a:defRPr sz="3225" b="1">
                <a:solidFill>
                  <a:srgbClr val="F5F1E8"/>
                </a:solidFill>
                <a:latin typeface="Arial"/>
                <a:ea typeface="Arial"/>
                <a:cs typeface="Arial"/>
              </a:defRPr>
            </a:lvl3pPr>
            <a:lvl4pPr>
              <a:defRPr sz="3225" b="1">
                <a:solidFill>
                  <a:srgbClr val="F5F1E8"/>
                </a:solidFill>
                <a:latin typeface="Arial"/>
                <a:ea typeface="Arial"/>
                <a:cs typeface="Arial"/>
              </a:defRPr>
            </a:lvl4pPr>
            <a:lvl5pPr>
              <a:defRPr sz="3225" b="1">
                <a:solidFill>
                  <a:srgbClr val="F5F1E8"/>
                </a:solidFill>
                <a:latin typeface="Arial"/>
                <a:ea typeface="Arial"/>
                <a:cs typeface="Arial"/>
              </a:defRPr>
            </a:lvl5pPr>
            <a:lvl6pPr>
              <a:defRPr sz="3225" b="1">
                <a:solidFill>
                  <a:srgbClr val="F5F1E8"/>
                </a:solidFill>
                <a:latin typeface="Arial"/>
                <a:ea typeface="Arial"/>
                <a:cs typeface="Arial"/>
              </a:defRPr>
            </a:lvl6pPr>
            <a:lvl7pPr>
              <a:defRPr sz="3225" b="1">
                <a:solidFill>
                  <a:srgbClr val="F5F1E8"/>
                </a:solidFill>
                <a:latin typeface="Arial"/>
                <a:ea typeface="Arial"/>
                <a:cs typeface="Arial"/>
              </a:defRPr>
            </a:lvl7pPr>
            <a:lvl8pPr>
              <a:defRPr sz="3225" b="1">
                <a:solidFill>
                  <a:srgbClr val="F5F1E8"/>
                </a:solidFill>
                <a:latin typeface="Arial"/>
                <a:ea typeface="Arial"/>
                <a:cs typeface="Arial"/>
              </a:defRPr>
            </a:lvl8pPr>
            <a:lvl9pPr>
              <a:defRPr sz="3225" b="1">
                <a:solidFill>
                  <a:srgbClr val="F5F1E8"/>
                </a:solidFill>
                <a:latin typeface="Arial"/>
                <a:ea typeface="Arial"/>
                <a:cs typeface="Arial"/>
              </a:defRPr>
            </a:lvl9pPr>
          </a:lstStyle>
          <a:p xmlns:a="http://schemas.openxmlformats.org/drawingml/2006/main">
            <a:pPr>
              <a:defRPr sz="3225" b="1">
                <a:solidFill>
                  <a:srgbClr val="F5F1E8"/>
                </a:solidFill>
                <a:latin typeface="Arial"/>
                <a:ea typeface="Arial"/>
                <a:cs typeface="Arial"/>
              </a:defRPr>
            </a:pPr>
            <a:r>
              <a:rPr sz="3225" b="1">
                <a:solidFill>
                  <a:srgbClr val="F5F1E8"/>
                </a:solidFill>
                <a:latin typeface="Arial"/>
                <a:ea typeface="Arial"/>
                <a:cs typeface="Arial"/>
              </a:rPr>
              <a:t>Скоринг и категории A/B/C</a:t>
            </a:r>
          </a:p>
        </p:txBody>
      </p:sp>
      <p:sp>
        <p:nvSpPr>
          <p:cNvPr id="2" name="subtitle">
            <a:extLst xmlns:a="http://schemas.openxmlformats.org/drawingml/2006/main">
              <a:ext uri="{FF2B5EF4-FFF2-40B4-BE49-F238E27FC236}">
                <a16:creationId xmlns:a16="http://schemas.microsoft.com/office/drawing/2014/main" id="{7FDC9858-A8CF-4FCA-BC25-E4296FD6DDB6}"/>
              </a:ext>
            </a:extLst>
          </p:cNvPr>
          <p:cNvSpPr>
            <a:spLocks xmlns:a="http://schemas.openxmlformats.org/drawingml/2006/main" noGrp="1"/>
          </p:cNvSpPr>
          <p:nvPr/>
        </p:nvSpPr>
        <p:spPr>
          <a:xfrm xmlns:a="http://schemas.openxmlformats.org/drawingml/2006/main">
            <a:off x="628650" y="146685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7E6DD"/>
                </a:solidFill>
                <a:latin typeface="Arial"/>
                <a:ea typeface="Arial"/>
                <a:cs typeface="Arial"/>
              </a:defRPr>
            </a:defPPr>
            <a:lvl1pPr>
              <a:defRPr sz="1875" b="0">
                <a:solidFill>
                  <a:srgbClr val="D7E6DD"/>
                </a:solidFill>
                <a:latin typeface="Arial"/>
                <a:ea typeface="Arial"/>
                <a:cs typeface="Arial"/>
              </a:defRPr>
            </a:lvl1pPr>
            <a:lvl2pPr>
              <a:defRPr sz="1875" b="0">
                <a:solidFill>
                  <a:srgbClr val="D7E6DD"/>
                </a:solidFill>
                <a:latin typeface="Arial"/>
                <a:ea typeface="Arial"/>
                <a:cs typeface="Arial"/>
              </a:defRPr>
            </a:lvl2pPr>
            <a:lvl3pPr>
              <a:defRPr sz="1875" b="0">
                <a:solidFill>
                  <a:srgbClr val="D7E6DD"/>
                </a:solidFill>
                <a:latin typeface="Arial"/>
                <a:ea typeface="Arial"/>
                <a:cs typeface="Arial"/>
              </a:defRPr>
            </a:lvl3pPr>
            <a:lvl4pPr>
              <a:defRPr sz="1875" b="0">
                <a:solidFill>
                  <a:srgbClr val="D7E6DD"/>
                </a:solidFill>
                <a:latin typeface="Arial"/>
                <a:ea typeface="Arial"/>
                <a:cs typeface="Arial"/>
              </a:defRPr>
            </a:lvl4pPr>
            <a:lvl5pPr>
              <a:defRPr sz="1875" b="0">
                <a:solidFill>
                  <a:srgbClr val="D7E6DD"/>
                </a:solidFill>
                <a:latin typeface="Arial"/>
                <a:ea typeface="Arial"/>
                <a:cs typeface="Arial"/>
              </a:defRPr>
            </a:lvl5pPr>
            <a:lvl6pPr>
              <a:defRPr sz="1875" b="0">
                <a:solidFill>
                  <a:srgbClr val="D7E6DD"/>
                </a:solidFill>
                <a:latin typeface="Arial"/>
                <a:ea typeface="Arial"/>
                <a:cs typeface="Arial"/>
              </a:defRPr>
            </a:lvl6pPr>
            <a:lvl7pPr>
              <a:defRPr sz="1875" b="0">
                <a:solidFill>
                  <a:srgbClr val="D7E6DD"/>
                </a:solidFill>
                <a:latin typeface="Arial"/>
                <a:ea typeface="Arial"/>
                <a:cs typeface="Arial"/>
              </a:defRPr>
            </a:lvl7pPr>
            <a:lvl8pPr>
              <a:defRPr sz="1875" b="0">
                <a:solidFill>
                  <a:srgbClr val="D7E6DD"/>
                </a:solidFill>
                <a:latin typeface="Arial"/>
                <a:ea typeface="Arial"/>
                <a:cs typeface="Arial"/>
              </a:defRPr>
            </a:lvl8pPr>
            <a:lvl9pPr>
              <a:defRPr sz="1875" b="0">
                <a:solidFill>
                  <a:srgbClr val="D7E6DD"/>
                </a:solidFill>
                <a:latin typeface="Arial"/>
                <a:ea typeface="Arial"/>
                <a:cs typeface="Arial"/>
              </a:defRPr>
            </a:lvl9pPr>
          </a:lstStyle>
          <a:p xmlns:a="http://schemas.openxmlformats.org/drawingml/2006/main">
            <a:pPr>
              <a:defRPr sz="1875" b="0">
                <a:solidFill>
                  <a:srgbClr val="D7E6DD"/>
                </a:solidFill>
                <a:latin typeface="Arial"/>
                <a:ea typeface="Arial"/>
                <a:cs typeface="Arial"/>
              </a:defRPr>
            </a:pPr>
            <a:r>
              <a:rPr sz="1875" b="0">
                <a:solidFill>
                  <a:srgbClr val="D7E6DD"/>
                </a:solidFill>
                <a:latin typeface="Arial"/>
                <a:ea typeface="Arial"/>
                <a:cs typeface="Arial"/>
              </a:rPr>
              <a:t>Вес титула + подтверждённые обязанности + бонусы.</a:t>
            </a:r>
          </a:p>
          <a:p xmlns:a="http://schemas.openxmlformats.org/drawingml/2006/main">
            <a:pPr>
              <a:defRPr sz="1875" b="0">
                <a:solidFill>
                  <a:srgbClr val="D7E6DD"/>
                </a:solidFill>
                <a:latin typeface="Arial"/>
                <a:ea typeface="Arial"/>
                <a:cs typeface="Arial"/>
              </a:defRPr>
            </a:pPr>
            <a:r>
              <a:rPr sz="1875" b="0">
                <a:solidFill>
                  <a:srgbClr val="D7E6DD"/>
                </a:solidFill>
                <a:latin typeface="Arial"/>
                <a:ea typeface="Arial"/>
                <a:cs typeface="Arial"/>
              </a:rPr>
              <a:t>Опциональный LLM-reranker добавляет ограниченную смысловую поправку.</a:t>
            </a:r>
          </a:p>
        </p:txBody>
      </p:sp>
      <p:sp>
        <p:nvSpPr>
          <p:cNvPr id="3" name="slide-number">
            <a:extLst xmlns:a="http://schemas.openxmlformats.org/drawingml/2006/main">
              <a:ext uri="{FF2B5EF4-FFF2-40B4-BE49-F238E27FC236}">
                <a16:creationId xmlns:a16="http://schemas.microsoft.com/office/drawing/2014/main" id="{2B8D7C98-666A-4524-B1F5-9432A65A7A24}"/>
              </a:ext>
            </a:extLst>
          </p:cNvPr>
          <p:cNvSpPr>
            <a:spLocks xmlns:a="http://schemas.openxmlformats.org/drawingml/2006/main" noGrp="1"/>
          </p:cNvSpPr>
          <p:nvPr/>
        </p:nvSpPr>
        <p:spPr>
          <a:xfrm xmlns:a="http://schemas.openxmlformats.org/drawingml/2006/main">
            <a:off x="11239500"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D7E6DD"/>
                </a:solidFill>
                <a:latin typeface="Arial"/>
                <a:ea typeface="Arial"/>
                <a:cs typeface="Arial"/>
              </a:defRPr>
            </a:defPPr>
            <a:lvl1pPr>
              <a:defRPr sz="1350" b="0">
                <a:solidFill>
                  <a:srgbClr val="D7E6DD"/>
                </a:solidFill>
                <a:latin typeface="Arial"/>
                <a:ea typeface="Arial"/>
                <a:cs typeface="Arial"/>
              </a:defRPr>
            </a:lvl1pPr>
            <a:lvl2pPr>
              <a:defRPr sz="1350" b="0">
                <a:solidFill>
                  <a:srgbClr val="D7E6DD"/>
                </a:solidFill>
                <a:latin typeface="Arial"/>
                <a:ea typeface="Arial"/>
                <a:cs typeface="Arial"/>
              </a:defRPr>
            </a:lvl2pPr>
            <a:lvl3pPr>
              <a:defRPr sz="1350" b="0">
                <a:solidFill>
                  <a:srgbClr val="D7E6DD"/>
                </a:solidFill>
                <a:latin typeface="Arial"/>
                <a:ea typeface="Arial"/>
                <a:cs typeface="Arial"/>
              </a:defRPr>
            </a:lvl3pPr>
            <a:lvl4pPr>
              <a:defRPr sz="1350" b="0">
                <a:solidFill>
                  <a:srgbClr val="D7E6DD"/>
                </a:solidFill>
                <a:latin typeface="Arial"/>
                <a:ea typeface="Arial"/>
                <a:cs typeface="Arial"/>
              </a:defRPr>
            </a:lvl4pPr>
            <a:lvl5pPr>
              <a:defRPr sz="1350" b="0">
                <a:solidFill>
                  <a:srgbClr val="D7E6DD"/>
                </a:solidFill>
                <a:latin typeface="Arial"/>
                <a:ea typeface="Arial"/>
                <a:cs typeface="Arial"/>
              </a:defRPr>
            </a:lvl5pPr>
            <a:lvl6pPr>
              <a:defRPr sz="1350" b="0">
                <a:solidFill>
                  <a:srgbClr val="D7E6DD"/>
                </a:solidFill>
                <a:latin typeface="Arial"/>
                <a:ea typeface="Arial"/>
                <a:cs typeface="Arial"/>
              </a:defRPr>
            </a:lvl6pPr>
            <a:lvl7pPr>
              <a:defRPr sz="1350" b="0">
                <a:solidFill>
                  <a:srgbClr val="D7E6DD"/>
                </a:solidFill>
                <a:latin typeface="Arial"/>
                <a:ea typeface="Arial"/>
                <a:cs typeface="Arial"/>
              </a:defRPr>
            </a:lvl7pPr>
            <a:lvl8pPr>
              <a:defRPr sz="1350" b="0">
                <a:solidFill>
                  <a:srgbClr val="D7E6DD"/>
                </a:solidFill>
                <a:latin typeface="Arial"/>
                <a:ea typeface="Arial"/>
                <a:cs typeface="Arial"/>
              </a:defRPr>
            </a:lvl8pPr>
            <a:lvl9pPr>
              <a:defRPr sz="1350" b="0">
                <a:solidFill>
                  <a:srgbClr val="D7E6DD"/>
                </a:solidFill>
                <a:latin typeface="Arial"/>
                <a:ea typeface="Arial"/>
                <a:cs typeface="Arial"/>
              </a:defRPr>
            </a:lvl9pPr>
          </a:lstStyle>
          <a:p xmlns:a="http://schemas.openxmlformats.org/drawingml/2006/main">
            <a:pPr>
              <a:defRPr sz="1350" b="0">
                <a:solidFill>
                  <a:srgbClr val="D7E6DD"/>
                </a:solidFill>
                <a:latin typeface="Arial"/>
                <a:ea typeface="Arial"/>
                <a:cs typeface="Arial"/>
              </a:defRPr>
            </a:pPr>
            <a:r>
              <a:rPr sz="1350" b="0">
                <a:solidFill>
                  <a:srgbClr val="D7E6DD"/>
                </a:solidFill>
                <a:latin typeface="Arial"/>
                <a:ea typeface="Arial"/>
                <a:cs typeface="Arial"/>
              </a:rPr>
              <a:t>10</a:t>
            </a:r>
          </a:p>
        </p:txBody>
      </p:sp>
      <p:sp>
        <p:nvSpPr>
          <p:cNvPr id="4" name="text">
            <a:extLst xmlns:a="http://schemas.openxmlformats.org/drawingml/2006/main">
              <a:ext uri="{FF2B5EF4-FFF2-40B4-BE49-F238E27FC236}">
                <a16:creationId xmlns:a16="http://schemas.microsoft.com/office/drawing/2014/main" id="{F9751F4D-58CC-4EE8-B181-A9A6903D1374}"/>
              </a:ext>
            </a:extLst>
          </p:cNvPr>
          <p:cNvSpPr>
            <a:spLocks xmlns:a="http://schemas.openxmlformats.org/drawingml/2006/main" noGrp="1"/>
          </p:cNvSpPr>
          <p:nvPr/>
        </p:nvSpPr>
        <p:spPr>
          <a:xfrm xmlns:a="http://schemas.openxmlformats.org/drawingml/2006/main">
            <a:off x="628650" y="2400300"/>
            <a:ext cx="152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D7E6DD"/>
                </a:solidFill>
                <a:latin typeface="Arial"/>
                <a:ea typeface="Arial"/>
                <a:cs typeface="Arial"/>
              </a:defRPr>
            </a:defPPr>
            <a:lvl1pPr>
              <a:defRPr sz="5700" b="1">
                <a:solidFill>
                  <a:srgbClr val="D7E6DD"/>
                </a:solidFill>
                <a:latin typeface="Arial"/>
                <a:ea typeface="Arial"/>
                <a:cs typeface="Arial"/>
              </a:defRPr>
            </a:lvl1pPr>
            <a:lvl2pPr>
              <a:defRPr sz="5700" b="1">
                <a:solidFill>
                  <a:srgbClr val="D7E6DD"/>
                </a:solidFill>
                <a:latin typeface="Arial"/>
                <a:ea typeface="Arial"/>
                <a:cs typeface="Arial"/>
              </a:defRPr>
            </a:lvl2pPr>
            <a:lvl3pPr>
              <a:defRPr sz="5700" b="1">
                <a:solidFill>
                  <a:srgbClr val="D7E6DD"/>
                </a:solidFill>
                <a:latin typeface="Arial"/>
                <a:ea typeface="Arial"/>
                <a:cs typeface="Arial"/>
              </a:defRPr>
            </a:lvl3pPr>
            <a:lvl4pPr>
              <a:defRPr sz="5700" b="1">
                <a:solidFill>
                  <a:srgbClr val="D7E6DD"/>
                </a:solidFill>
                <a:latin typeface="Arial"/>
                <a:ea typeface="Arial"/>
                <a:cs typeface="Arial"/>
              </a:defRPr>
            </a:lvl4pPr>
            <a:lvl5pPr>
              <a:defRPr sz="5700" b="1">
                <a:solidFill>
                  <a:srgbClr val="D7E6DD"/>
                </a:solidFill>
                <a:latin typeface="Arial"/>
                <a:ea typeface="Arial"/>
                <a:cs typeface="Arial"/>
              </a:defRPr>
            </a:lvl5pPr>
            <a:lvl6pPr>
              <a:defRPr sz="5700" b="1">
                <a:solidFill>
                  <a:srgbClr val="D7E6DD"/>
                </a:solidFill>
                <a:latin typeface="Arial"/>
                <a:ea typeface="Arial"/>
                <a:cs typeface="Arial"/>
              </a:defRPr>
            </a:lvl6pPr>
            <a:lvl7pPr>
              <a:defRPr sz="5700" b="1">
                <a:solidFill>
                  <a:srgbClr val="D7E6DD"/>
                </a:solidFill>
                <a:latin typeface="Arial"/>
                <a:ea typeface="Arial"/>
                <a:cs typeface="Arial"/>
              </a:defRPr>
            </a:lvl7pPr>
            <a:lvl8pPr>
              <a:defRPr sz="5700" b="1">
                <a:solidFill>
                  <a:srgbClr val="D7E6DD"/>
                </a:solidFill>
                <a:latin typeface="Arial"/>
                <a:ea typeface="Arial"/>
                <a:cs typeface="Arial"/>
              </a:defRPr>
            </a:lvl8pPr>
            <a:lvl9pPr>
              <a:defRPr sz="5700" b="1">
                <a:solidFill>
                  <a:srgbClr val="D7E6DD"/>
                </a:solidFill>
                <a:latin typeface="Arial"/>
                <a:ea typeface="Arial"/>
                <a:cs typeface="Arial"/>
              </a:defRPr>
            </a:lvl9pPr>
          </a:lstStyle>
          <a:p xmlns:a="http://schemas.openxmlformats.org/drawingml/2006/main">
            <a:pPr>
              <a:defRPr sz="5700" b="1">
                <a:solidFill>
                  <a:srgbClr val="D7E6DD"/>
                </a:solidFill>
                <a:latin typeface="Arial"/>
                <a:ea typeface="Arial"/>
                <a:cs typeface="Arial"/>
              </a:defRPr>
            </a:pPr>
            <a:r>
              <a:rPr sz="5700" b="1">
                <a:solidFill>
                  <a:srgbClr val="D7E6DD"/>
                </a:solidFill>
                <a:latin typeface="Arial"/>
                <a:ea typeface="Arial"/>
                <a:cs typeface="Arial"/>
              </a:rPr>
              <a:t>A</a:t>
            </a:r>
          </a:p>
        </p:txBody>
      </p:sp>
      <p:sp>
        <p:nvSpPr>
          <p:cNvPr id="5" name="text">
            <a:extLst xmlns:a="http://schemas.openxmlformats.org/drawingml/2006/main">
              <a:ext uri="{FF2B5EF4-FFF2-40B4-BE49-F238E27FC236}">
                <a16:creationId xmlns:a16="http://schemas.microsoft.com/office/drawing/2014/main" id="{88EB0481-31FB-4D42-9D4A-E81F57BCBCD5}"/>
              </a:ext>
            </a:extLst>
          </p:cNvPr>
          <p:cNvSpPr>
            <a:spLocks xmlns:a="http://schemas.openxmlformats.org/drawingml/2006/main" noGrp="1"/>
          </p:cNvSpPr>
          <p:nvPr/>
        </p:nvSpPr>
        <p:spPr>
          <a:xfrm xmlns:a="http://schemas.openxmlformats.org/drawingml/2006/main">
            <a:off x="2266950" y="257175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5F1E8"/>
                </a:solidFill>
                <a:latin typeface="Arial"/>
                <a:ea typeface="Arial"/>
                <a:cs typeface="Arial"/>
              </a:defRPr>
            </a:defPPr>
            <a:lvl1pPr>
              <a:defRPr sz="2700" b="1">
                <a:solidFill>
                  <a:srgbClr val="F5F1E8"/>
                </a:solidFill>
                <a:latin typeface="Arial"/>
                <a:ea typeface="Arial"/>
                <a:cs typeface="Arial"/>
              </a:defRPr>
            </a:lvl1pPr>
            <a:lvl2pPr>
              <a:defRPr sz="2700" b="1">
                <a:solidFill>
                  <a:srgbClr val="F5F1E8"/>
                </a:solidFill>
                <a:latin typeface="Arial"/>
                <a:ea typeface="Arial"/>
                <a:cs typeface="Arial"/>
              </a:defRPr>
            </a:lvl2pPr>
            <a:lvl3pPr>
              <a:defRPr sz="2700" b="1">
                <a:solidFill>
                  <a:srgbClr val="F5F1E8"/>
                </a:solidFill>
                <a:latin typeface="Arial"/>
                <a:ea typeface="Arial"/>
                <a:cs typeface="Arial"/>
              </a:defRPr>
            </a:lvl3pPr>
            <a:lvl4pPr>
              <a:defRPr sz="2700" b="1">
                <a:solidFill>
                  <a:srgbClr val="F5F1E8"/>
                </a:solidFill>
                <a:latin typeface="Arial"/>
                <a:ea typeface="Arial"/>
                <a:cs typeface="Arial"/>
              </a:defRPr>
            </a:lvl4pPr>
            <a:lvl5pPr>
              <a:defRPr sz="2700" b="1">
                <a:solidFill>
                  <a:srgbClr val="F5F1E8"/>
                </a:solidFill>
                <a:latin typeface="Arial"/>
                <a:ea typeface="Arial"/>
                <a:cs typeface="Arial"/>
              </a:defRPr>
            </a:lvl5pPr>
            <a:lvl6pPr>
              <a:defRPr sz="2700" b="1">
                <a:solidFill>
                  <a:srgbClr val="F5F1E8"/>
                </a:solidFill>
                <a:latin typeface="Arial"/>
                <a:ea typeface="Arial"/>
                <a:cs typeface="Arial"/>
              </a:defRPr>
            </a:lvl6pPr>
            <a:lvl7pPr>
              <a:defRPr sz="2700" b="1">
                <a:solidFill>
                  <a:srgbClr val="F5F1E8"/>
                </a:solidFill>
                <a:latin typeface="Arial"/>
                <a:ea typeface="Arial"/>
                <a:cs typeface="Arial"/>
              </a:defRPr>
            </a:lvl7pPr>
            <a:lvl8pPr>
              <a:defRPr sz="2700" b="1">
                <a:solidFill>
                  <a:srgbClr val="F5F1E8"/>
                </a:solidFill>
                <a:latin typeface="Arial"/>
                <a:ea typeface="Arial"/>
                <a:cs typeface="Arial"/>
              </a:defRPr>
            </a:lvl8pPr>
            <a:lvl9pPr>
              <a:defRPr sz="2700" b="1">
                <a:solidFill>
                  <a:srgbClr val="F5F1E8"/>
                </a:solidFill>
                <a:latin typeface="Arial"/>
                <a:ea typeface="Arial"/>
                <a:cs typeface="Arial"/>
              </a:defRPr>
            </a:lvl9pPr>
          </a:lstStyle>
          <a:p xmlns:a="http://schemas.openxmlformats.org/drawingml/2006/main">
            <a:pPr>
              <a:defRPr sz="2700" b="1">
                <a:solidFill>
                  <a:srgbClr val="F5F1E8"/>
                </a:solidFill>
                <a:latin typeface="Arial"/>
                <a:ea typeface="Arial"/>
                <a:cs typeface="Arial"/>
              </a:defRPr>
            </a:pPr>
            <a:r>
              <a:rPr sz="2700" b="1">
                <a:solidFill>
                  <a:srgbClr val="F5F1E8"/>
                </a:solidFill>
                <a:latin typeface="Arial"/>
                <a:ea typeface="Arial"/>
                <a:cs typeface="Arial"/>
              </a:rPr>
              <a:t>от 19 баллов</a:t>
            </a:r>
          </a:p>
        </p:txBody>
      </p:sp>
      <p:sp>
        <p:nvSpPr>
          <p:cNvPr id="6" name="text">
            <a:extLst xmlns:a="http://schemas.openxmlformats.org/drawingml/2006/main">
              <a:ext uri="{FF2B5EF4-FFF2-40B4-BE49-F238E27FC236}">
                <a16:creationId xmlns:a16="http://schemas.microsoft.com/office/drawing/2014/main" id="{99E7851A-6E46-4634-AE45-298F94369455}"/>
              </a:ext>
            </a:extLst>
          </p:cNvPr>
          <p:cNvSpPr>
            <a:spLocks xmlns:a="http://schemas.openxmlformats.org/drawingml/2006/main" noGrp="1"/>
          </p:cNvSpPr>
          <p:nvPr/>
        </p:nvSpPr>
        <p:spPr>
          <a:xfrm xmlns:a="http://schemas.openxmlformats.org/drawingml/2006/main">
            <a:off x="6419850" y="2543175"/>
            <a:ext cx="504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D7E6DD"/>
                </a:solidFill>
                <a:latin typeface="Arial"/>
                <a:ea typeface="Arial"/>
                <a:cs typeface="Arial"/>
              </a:defRPr>
            </a:defPPr>
            <a:lvl1pPr>
              <a:defRPr sz="2175" b="0">
                <a:solidFill>
                  <a:srgbClr val="D7E6DD"/>
                </a:solidFill>
                <a:latin typeface="Arial"/>
                <a:ea typeface="Arial"/>
                <a:cs typeface="Arial"/>
              </a:defRPr>
            </a:lvl1pPr>
            <a:lvl2pPr>
              <a:defRPr sz="2175" b="0">
                <a:solidFill>
                  <a:srgbClr val="D7E6DD"/>
                </a:solidFill>
                <a:latin typeface="Arial"/>
                <a:ea typeface="Arial"/>
                <a:cs typeface="Arial"/>
              </a:defRPr>
            </a:lvl2pPr>
            <a:lvl3pPr>
              <a:defRPr sz="2175" b="0">
                <a:solidFill>
                  <a:srgbClr val="D7E6DD"/>
                </a:solidFill>
                <a:latin typeface="Arial"/>
                <a:ea typeface="Arial"/>
                <a:cs typeface="Arial"/>
              </a:defRPr>
            </a:lvl3pPr>
            <a:lvl4pPr>
              <a:defRPr sz="2175" b="0">
                <a:solidFill>
                  <a:srgbClr val="D7E6DD"/>
                </a:solidFill>
                <a:latin typeface="Arial"/>
                <a:ea typeface="Arial"/>
                <a:cs typeface="Arial"/>
              </a:defRPr>
            </a:lvl4pPr>
            <a:lvl5pPr>
              <a:defRPr sz="2175" b="0">
                <a:solidFill>
                  <a:srgbClr val="D7E6DD"/>
                </a:solidFill>
                <a:latin typeface="Arial"/>
                <a:ea typeface="Arial"/>
                <a:cs typeface="Arial"/>
              </a:defRPr>
            </a:lvl5pPr>
            <a:lvl6pPr>
              <a:defRPr sz="2175" b="0">
                <a:solidFill>
                  <a:srgbClr val="D7E6DD"/>
                </a:solidFill>
                <a:latin typeface="Arial"/>
                <a:ea typeface="Arial"/>
                <a:cs typeface="Arial"/>
              </a:defRPr>
            </a:lvl6pPr>
            <a:lvl7pPr>
              <a:defRPr sz="2175" b="0">
                <a:solidFill>
                  <a:srgbClr val="D7E6DD"/>
                </a:solidFill>
                <a:latin typeface="Arial"/>
                <a:ea typeface="Arial"/>
                <a:cs typeface="Arial"/>
              </a:defRPr>
            </a:lvl7pPr>
            <a:lvl8pPr>
              <a:defRPr sz="2175" b="0">
                <a:solidFill>
                  <a:srgbClr val="D7E6DD"/>
                </a:solidFill>
                <a:latin typeface="Arial"/>
                <a:ea typeface="Arial"/>
                <a:cs typeface="Arial"/>
              </a:defRPr>
            </a:lvl8pPr>
            <a:lvl9pPr>
              <a:defRPr sz="2175" b="0">
                <a:solidFill>
                  <a:srgbClr val="D7E6DD"/>
                </a:solidFill>
                <a:latin typeface="Arial"/>
                <a:ea typeface="Arial"/>
                <a:cs typeface="Arial"/>
              </a:defRPr>
            </a:lvl9pPr>
          </a:lstStyle>
          <a:p xmlns:a="http://schemas.openxmlformats.org/drawingml/2006/main">
            <a:pPr>
              <a:defRPr sz="2175" b="0">
                <a:solidFill>
                  <a:srgbClr val="D7E6DD"/>
                </a:solidFill>
                <a:latin typeface="Arial"/>
                <a:ea typeface="Arial"/>
                <a:cs typeface="Arial"/>
              </a:defRPr>
            </a:pPr>
            <a:r>
              <a:rPr sz="2175" b="0">
                <a:solidFill>
                  <a:srgbClr val="D7E6DD"/>
                </a:solidFill>
                <a:latin typeface="Arial"/>
                <a:ea typeface="Arial"/>
                <a:cs typeface="Arial"/>
              </a:rPr>
              <a:t>Плюс содержательный мандат</a:t>
            </a:r>
          </a:p>
          <a:p xmlns:a="http://schemas.openxmlformats.org/drawingml/2006/main">
            <a:pPr>
              <a:defRPr sz="2175" b="0">
                <a:solidFill>
                  <a:srgbClr val="D7E6DD"/>
                </a:solidFill>
                <a:latin typeface="Arial"/>
                <a:ea typeface="Arial"/>
                <a:cs typeface="Arial"/>
              </a:defRPr>
            </a:pPr>
            <a:r>
              <a:rPr sz="2175" b="0">
                <a:solidFill>
                  <a:srgbClr val="D7E6DD"/>
                </a:solidFill>
                <a:latin typeface="Arial"/>
                <a:ea typeface="Arial"/>
                <a:cs typeface="Arial"/>
              </a:rPr>
              <a:t>влияния на решения.</a:t>
            </a:r>
          </a:p>
        </p:txBody>
      </p:sp>
      <p:sp>
        <p:nvSpPr>
          <p:cNvPr id="7" name="text">
            <a:extLst xmlns:a="http://schemas.openxmlformats.org/drawingml/2006/main">
              <a:ext uri="{FF2B5EF4-FFF2-40B4-BE49-F238E27FC236}">
                <a16:creationId xmlns:a16="http://schemas.microsoft.com/office/drawing/2014/main" id="{C16F5168-BE15-4109-B093-36453B73DC02}"/>
              </a:ext>
            </a:extLst>
          </p:cNvPr>
          <p:cNvSpPr>
            <a:spLocks xmlns:a="http://schemas.openxmlformats.org/drawingml/2006/main" noGrp="1"/>
          </p:cNvSpPr>
          <p:nvPr/>
        </p:nvSpPr>
        <p:spPr>
          <a:xfrm xmlns:a="http://schemas.openxmlformats.org/drawingml/2006/main">
            <a:off x="628650" y="3695700"/>
            <a:ext cx="152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D7E6DD"/>
                </a:solidFill>
                <a:latin typeface="Arial"/>
                <a:ea typeface="Arial"/>
                <a:cs typeface="Arial"/>
              </a:defRPr>
            </a:defPPr>
            <a:lvl1pPr>
              <a:defRPr sz="5700" b="1">
                <a:solidFill>
                  <a:srgbClr val="D7E6DD"/>
                </a:solidFill>
                <a:latin typeface="Arial"/>
                <a:ea typeface="Arial"/>
                <a:cs typeface="Arial"/>
              </a:defRPr>
            </a:lvl1pPr>
            <a:lvl2pPr>
              <a:defRPr sz="5700" b="1">
                <a:solidFill>
                  <a:srgbClr val="D7E6DD"/>
                </a:solidFill>
                <a:latin typeface="Arial"/>
                <a:ea typeface="Arial"/>
                <a:cs typeface="Arial"/>
              </a:defRPr>
            </a:lvl2pPr>
            <a:lvl3pPr>
              <a:defRPr sz="5700" b="1">
                <a:solidFill>
                  <a:srgbClr val="D7E6DD"/>
                </a:solidFill>
                <a:latin typeface="Arial"/>
                <a:ea typeface="Arial"/>
                <a:cs typeface="Arial"/>
              </a:defRPr>
            </a:lvl3pPr>
            <a:lvl4pPr>
              <a:defRPr sz="5700" b="1">
                <a:solidFill>
                  <a:srgbClr val="D7E6DD"/>
                </a:solidFill>
                <a:latin typeface="Arial"/>
                <a:ea typeface="Arial"/>
                <a:cs typeface="Arial"/>
              </a:defRPr>
            </a:lvl4pPr>
            <a:lvl5pPr>
              <a:defRPr sz="5700" b="1">
                <a:solidFill>
                  <a:srgbClr val="D7E6DD"/>
                </a:solidFill>
                <a:latin typeface="Arial"/>
                <a:ea typeface="Arial"/>
                <a:cs typeface="Arial"/>
              </a:defRPr>
            </a:lvl5pPr>
            <a:lvl6pPr>
              <a:defRPr sz="5700" b="1">
                <a:solidFill>
                  <a:srgbClr val="D7E6DD"/>
                </a:solidFill>
                <a:latin typeface="Arial"/>
                <a:ea typeface="Arial"/>
                <a:cs typeface="Arial"/>
              </a:defRPr>
            </a:lvl6pPr>
            <a:lvl7pPr>
              <a:defRPr sz="5700" b="1">
                <a:solidFill>
                  <a:srgbClr val="D7E6DD"/>
                </a:solidFill>
                <a:latin typeface="Arial"/>
                <a:ea typeface="Arial"/>
                <a:cs typeface="Arial"/>
              </a:defRPr>
            </a:lvl7pPr>
            <a:lvl8pPr>
              <a:defRPr sz="5700" b="1">
                <a:solidFill>
                  <a:srgbClr val="D7E6DD"/>
                </a:solidFill>
                <a:latin typeface="Arial"/>
                <a:ea typeface="Arial"/>
                <a:cs typeface="Arial"/>
              </a:defRPr>
            </a:lvl8pPr>
            <a:lvl9pPr>
              <a:defRPr sz="5700" b="1">
                <a:solidFill>
                  <a:srgbClr val="D7E6DD"/>
                </a:solidFill>
                <a:latin typeface="Arial"/>
                <a:ea typeface="Arial"/>
                <a:cs typeface="Arial"/>
              </a:defRPr>
            </a:lvl9pPr>
          </a:lstStyle>
          <a:p xmlns:a="http://schemas.openxmlformats.org/drawingml/2006/main">
            <a:pPr>
              <a:defRPr sz="5700" b="1">
                <a:solidFill>
                  <a:srgbClr val="D7E6DD"/>
                </a:solidFill>
                <a:latin typeface="Arial"/>
                <a:ea typeface="Arial"/>
                <a:cs typeface="Arial"/>
              </a:defRPr>
            </a:pPr>
            <a:r>
              <a:rPr sz="5700" b="1">
                <a:solidFill>
                  <a:srgbClr val="D7E6DD"/>
                </a:solidFill>
                <a:latin typeface="Arial"/>
                <a:ea typeface="Arial"/>
                <a:cs typeface="Arial"/>
              </a:rPr>
              <a:t>B</a:t>
            </a:r>
          </a:p>
        </p:txBody>
      </p:sp>
      <p:sp>
        <p:nvSpPr>
          <p:cNvPr id="8" name="text">
            <a:extLst xmlns:a="http://schemas.openxmlformats.org/drawingml/2006/main">
              <a:ext uri="{FF2B5EF4-FFF2-40B4-BE49-F238E27FC236}">
                <a16:creationId xmlns:a16="http://schemas.microsoft.com/office/drawing/2014/main" id="{E815892F-2CCA-42A6-BC20-41DBDF1A9744}"/>
              </a:ext>
            </a:extLst>
          </p:cNvPr>
          <p:cNvSpPr>
            <a:spLocks xmlns:a="http://schemas.openxmlformats.org/drawingml/2006/main" noGrp="1"/>
          </p:cNvSpPr>
          <p:nvPr/>
        </p:nvSpPr>
        <p:spPr>
          <a:xfrm xmlns:a="http://schemas.openxmlformats.org/drawingml/2006/main">
            <a:off x="2266950" y="386715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5F1E8"/>
                </a:solidFill>
                <a:latin typeface="Arial"/>
                <a:ea typeface="Arial"/>
                <a:cs typeface="Arial"/>
              </a:defRPr>
            </a:defPPr>
            <a:lvl1pPr>
              <a:defRPr sz="2700" b="1">
                <a:solidFill>
                  <a:srgbClr val="F5F1E8"/>
                </a:solidFill>
                <a:latin typeface="Arial"/>
                <a:ea typeface="Arial"/>
                <a:cs typeface="Arial"/>
              </a:defRPr>
            </a:lvl1pPr>
            <a:lvl2pPr>
              <a:defRPr sz="2700" b="1">
                <a:solidFill>
                  <a:srgbClr val="F5F1E8"/>
                </a:solidFill>
                <a:latin typeface="Arial"/>
                <a:ea typeface="Arial"/>
                <a:cs typeface="Arial"/>
              </a:defRPr>
            </a:lvl2pPr>
            <a:lvl3pPr>
              <a:defRPr sz="2700" b="1">
                <a:solidFill>
                  <a:srgbClr val="F5F1E8"/>
                </a:solidFill>
                <a:latin typeface="Arial"/>
                <a:ea typeface="Arial"/>
                <a:cs typeface="Arial"/>
              </a:defRPr>
            </a:lvl3pPr>
            <a:lvl4pPr>
              <a:defRPr sz="2700" b="1">
                <a:solidFill>
                  <a:srgbClr val="F5F1E8"/>
                </a:solidFill>
                <a:latin typeface="Arial"/>
                <a:ea typeface="Arial"/>
                <a:cs typeface="Arial"/>
              </a:defRPr>
            </a:lvl4pPr>
            <a:lvl5pPr>
              <a:defRPr sz="2700" b="1">
                <a:solidFill>
                  <a:srgbClr val="F5F1E8"/>
                </a:solidFill>
                <a:latin typeface="Arial"/>
                <a:ea typeface="Arial"/>
                <a:cs typeface="Arial"/>
              </a:defRPr>
            </a:lvl5pPr>
            <a:lvl6pPr>
              <a:defRPr sz="2700" b="1">
                <a:solidFill>
                  <a:srgbClr val="F5F1E8"/>
                </a:solidFill>
                <a:latin typeface="Arial"/>
                <a:ea typeface="Arial"/>
                <a:cs typeface="Arial"/>
              </a:defRPr>
            </a:lvl6pPr>
            <a:lvl7pPr>
              <a:defRPr sz="2700" b="1">
                <a:solidFill>
                  <a:srgbClr val="F5F1E8"/>
                </a:solidFill>
                <a:latin typeface="Arial"/>
                <a:ea typeface="Arial"/>
                <a:cs typeface="Arial"/>
              </a:defRPr>
            </a:lvl7pPr>
            <a:lvl8pPr>
              <a:defRPr sz="2700" b="1">
                <a:solidFill>
                  <a:srgbClr val="F5F1E8"/>
                </a:solidFill>
                <a:latin typeface="Arial"/>
                <a:ea typeface="Arial"/>
                <a:cs typeface="Arial"/>
              </a:defRPr>
            </a:lvl8pPr>
            <a:lvl9pPr>
              <a:defRPr sz="2700" b="1">
                <a:solidFill>
                  <a:srgbClr val="F5F1E8"/>
                </a:solidFill>
                <a:latin typeface="Arial"/>
                <a:ea typeface="Arial"/>
                <a:cs typeface="Arial"/>
              </a:defRPr>
            </a:lvl9pPr>
          </a:lstStyle>
          <a:p xmlns:a="http://schemas.openxmlformats.org/drawingml/2006/main">
            <a:pPr>
              <a:defRPr sz="2700" b="1">
                <a:solidFill>
                  <a:srgbClr val="F5F1E8"/>
                </a:solidFill>
                <a:latin typeface="Arial"/>
                <a:ea typeface="Arial"/>
                <a:cs typeface="Arial"/>
              </a:defRPr>
            </a:pPr>
            <a:r>
              <a:rPr sz="2700" b="1">
                <a:solidFill>
                  <a:srgbClr val="F5F1E8"/>
                </a:solidFill>
                <a:latin typeface="Arial"/>
                <a:ea typeface="Arial"/>
                <a:cs typeface="Arial"/>
              </a:rPr>
              <a:t>от 6 баллов</a:t>
            </a:r>
          </a:p>
        </p:txBody>
      </p:sp>
      <p:sp>
        <p:nvSpPr>
          <p:cNvPr id="9" name="text">
            <a:extLst xmlns:a="http://schemas.openxmlformats.org/drawingml/2006/main">
              <a:ext uri="{FF2B5EF4-FFF2-40B4-BE49-F238E27FC236}">
                <a16:creationId xmlns:a16="http://schemas.microsoft.com/office/drawing/2014/main" id="{EBF69926-D2B9-4019-A99E-6858875C3D37}"/>
              </a:ext>
            </a:extLst>
          </p:cNvPr>
          <p:cNvSpPr>
            <a:spLocks xmlns:a="http://schemas.openxmlformats.org/drawingml/2006/main" noGrp="1"/>
          </p:cNvSpPr>
          <p:nvPr/>
        </p:nvSpPr>
        <p:spPr>
          <a:xfrm xmlns:a="http://schemas.openxmlformats.org/drawingml/2006/main">
            <a:off x="6419850" y="3838575"/>
            <a:ext cx="504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D7E6DD"/>
                </a:solidFill>
                <a:latin typeface="Arial"/>
                <a:ea typeface="Arial"/>
                <a:cs typeface="Arial"/>
              </a:defRPr>
            </a:defPPr>
            <a:lvl1pPr>
              <a:defRPr sz="2175" b="0">
                <a:solidFill>
                  <a:srgbClr val="D7E6DD"/>
                </a:solidFill>
                <a:latin typeface="Arial"/>
                <a:ea typeface="Arial"/>
                <a:cs typeface="Arial"/>
              </a:defRPr>
            </a:lvl1pPr>
            <a:lvl2pPr>
              <a:defRPr sz="2175" b="0">
                <a:solidFill>
                  <a:srgbClr val="D7E6DD"/>
                </a:solidFill>
                <a:latin typeface="Arial"/>
                <a:ea typeface="Arial"/>
                <a:cs typeface="Arial"/>
              </a:defRPr>
            </a:lvl2pPr>
            <a:lvl3pPr>
              <a:defRPr sz="2175" b="0">
                <a:solidFill>
                  <a:srgbClr val="D7E6DD"/>
                </a:solidFill>
                <a:latin typeface="Arial"/>
                <a:ea typeface="Arial"/>
                <a:cs typeface="Arial"/>
              </a:defRPr>
            </a:lvl3pPr>
            <a:lvl4pPr>
              <a:defRPr sz="2175" b="0">
                <a:solidFill>
                  <a:srgbClr val="D7E6DD"/>
                </a:solidFill>
                <a:latin typeface="Arial"/>
                <a:ea typeface="Arial"/>
                <a:cs typeface="Arial"/>
              </a:defRPr>
            </a:lvl4pPr>
            <a:lvl5pPr>
              <a:defRPr sz="2175" b="0">
                <a:solidFill>
                  <a:srgbClr val="D7E6DD"/>
                </a:solidFill>
                <a:latin typeface="Arial"/>
                <a:ea typeface="Arial"/>
                <a:cs typeface="Arial"/>
              </a:defRPr>
            </a:lvl5pPr>
            <a:lvl6pPr>
              <a:defRPr sz="2175" b="0">
                <a:solidFill>
                  <a:srgbClr val="D7E6DD"/>
                </a:solidFill>
                <a:latin typeface="Arial"/>
                <a:ea typeface="Arial"/>
                <a:cs typeface="Arial"/>
              </a:defRPr>
            </a:lvl6pPr>
            <a:lvl7pPr>
              <a:defRPr sz="2175" b="0">
                <a:solidFill>
                  <a:srgbClr val="D7E6DD"/>
                </a:solidFill>
                <a:latin typeface="Arial"/>
                <a:ea typeface="Arial"/>
                <a:cs typeface="Arial"/>
              </a:defRPr>
            </a:lvl7pPr>
            <a:lvl8pPr>
              <a:defRPr sz="2175" b="0">
                <a:solidFill>
                  <a:srgbClr val="D7E6DD"/>
                </a:solidFill>
                <a:latin typeface="Arial"/>
                <a:ea typeface="Arial"/>
                <a:cs typeface="Arial"/>
              </a:defRPr>
            </a:lvl8pPr>
            <a:lvl9pPr>
              <a:defRPr sz="2175" b="0">
                <a:solidFill>
                  <a:srgbClr val="D7E6DD"/>
                </a:solidFill>
                <a:latin typeface="Arial"/>
                <a:ea typeface="Arial"/>
                <a:cs typeface="Arial"/>
              </a:defRPr>
            </a:lvl9pPr>
          </a:lstStyle>
          <a:p xmlns:a="http://schemas.openxmlformats.org/drawingml/2006/main">
            <a:pPr>
              <a:defRPr sz="2175" b="0">
                <a:solidFill>
                  <a:srgbClr val="D7E6DD"/>
                </a:solidFill>
                <a:latin typeface="Arial"/>
                <a:ea typeface="Arial"/>
                <a:cs typeface="Arial"/>
              </a:defRPr>
            </a:pPr>
            <a:r>
              <a:rPr sz="2175" b="0">
                <a:solidFill>
                  <a:srgbClr val="D7E6DD"/>
                </a:solidFill>
                <a:latin typeface="Arial"/>
                <a:ea typeface="Arial"/>
                <a:cs typeface="Arial"/>
              </a:rPr>
              <a:t>Неполный текст или неясное</a:t>
            </a:r>
          </a:p>
          <a:p xmlns:a="http://schemas.openxmlformats.org/drawingml/2006/main">
            <a:pPr>
              <a:defRPr sz="2175" b="0">
                <a:solidFill>
                  <a:srgbClr val="D7E6DD"/>
                </a:solidFill>
                <a:latin typeface="Arial"/>
                <a:ea typeface="Arial"/>
                <a:cs typeface="Arial"/>
              </a:defRPr>
            </a:pPr>
            <a:r>
              <a:rPr sz="2175" b="0">
                <a:solidFill>
                  <a:srgbClr val="D7E6DD"/>
                </a:solidFill>
                <a:latin typeface="Arial"/>
                <a:ea typeface="Arial"/>
                <a:cs typeface="Arial"/>
              </a:rPr>
              <a:t>управление могут ограничить B.</a:t>
            </a:r>
          </a:p>
        </p:txBody>
      </p:sp>
      <p:sp>
        <p:nvSpPr>
          <p:cNvPr id="10" name="text">
            <a:extLst xmlns:a="http://schemas.openxmlformats.org/drawingml/2006/main">
              <a:ext uri="{FF2B5EF4-FFF2-40B4-BE49-F238E27FC236}">
                <a16:creationId xmlns:a16="http://schemas.microsoft.com/office/drawing/2014/main" id="{D1ECBE44-A265-48F7-8771-7078BA317C02}"/>
              </a:ext>
            </a:extLst>
          </p:cNvPr>
          <p:cNvSpPr>
            <a:spLocks xmlns:a="http://schemas.openxmlformats.org/drawingml/2006/main" noGrp="1"/>
          </p:cNvSpPr>
          <p:nvPr/>
        </p:nvSpPr>
        <p:spPr>
          <a:xfrm xmlns:a="http://schemas.openxmlformats.org/drawingml/2006/main">
            <a:off x="628650" y="4991100"/>
            <a:ext cx="152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D7E6DD"/>
                </a:solidFill>
                <a:latin typeface="Arial"/>
                <a:ea typeface="Arial"/>
                <a:cs typeface="Arial"/>
              </a:defRPr>
            </a:defPPr>
            <a:lvl1pPr>
              <a:defRPr sz="5700" b="1">
                <a:solidFill>
                  <a:srgbClr val="D7E6DD"/>
                </a:solidFill>
                <a:latin typeface="Arial"/>
                <a:ea typeface="Arial"/>
                <a:cs typeface="Arial"/>
              </a:defRPr>
            </a:lvl1pPr>
            <a:lvl2pPr>
              <a:defRPr sz="5700" b="1">
                <a:solidFill>
                  <a:srgbClr val="D7E6DD"/>
                </a:solidFill>
                <a:latin typeface="Arial"/>
                <a:ea typeface="Arial"/>
                <a:cs typeface="Arial"/>
              </a:defRPr>
            </a:lvl2pPr>
            <a:lvl3pPr>
              <a:defRPr sz="5700" b="1">
                <a:solidFill>
                  <a:srgbClr val="D7E6DD"/>
                </a:solidFill>
                <a:latin typeface="Arial"/>
                <a:ea typeface="Arial"/>
                <a:cs typeface="Arial"/>
              </a:defRPr>
            </a:lvl3pPr>
            <a:lvl4pPr>
              <a:defRPr sz="5700" b="1">
                <a:solidFill>
                  <a:srgbClr val="D7E6DD"/>
                </a:solidFill>
                <a:latin typeface="Arial"/>
                <a:ea typeface="Arial"/>
                <a:cs typeface="Arial"/>
              </a:defRPr>
            </a:lvl4pPr>
            <a:lvl5pPr>
              <a:defRPr sz="5700" b="1">
                <a:solidFill>
                  <a:srgbClr val="D7E6DD"/>
                </a:solidFill>
                <a:latin typeface="Arial"/>
                <a:ea typeface="Arial"/>
                <a:cs typeface="Arial"/>
              </a:defRPr>
            </a:lvl5pPr>
            <a:lvl6pPr>
              <a:defRPr sz="5700" b="1">
                <a:solidFill>
                  <a:srgbClr val="D7E6DD"/>
                </a:solidFill>
                <a:latin typeface="Arial"/>
                <a:ea typeface="Arial"/>
                <a:cs typeface="Arial"/>
              </a:defRPr>
            </a:lvl6pPr>
            <a:lvl7pPr>
              <a:defRPr sz="5700" b="1">
                <a:solidFill>
                  <a:srgbClr val="D7E6DD"/>
                </a:solidFill>
                <a:latin typeface="Arial"/>
                <a:ea typeface="Arial"/>
                <a:cs typeface="Arial"/>
              </a:defRPr>
            </a:lvl7pPr>
            <a:lvl8pPr>
              <a:defRPr sz="5700" b="1">
                <a:solidFill>
                  <a:srgbClr val="D7E6DD"/>
                </a:solidFill>
                <a:latin typeface="Arial"/>
                <a:ea typeface="Arial"/>
                <a:cs typeface="Arial"/>
              </a:defRPr>
            </a:lvl8pPr>
            <a:lvl9pPr>
              <a:defRPr sz="5700" b="1">
                <a:solidFill>
                  <a:srgbClr val="D7E6DD"/>
                </a:solidFill>
                <a:latin typeface="Arial"/>
                <a:ea typeface="Arial"/>
                <a:cs typeface="Arial"/>
              </a:defRPr>
            </a:lvl9pPr>
          </a:lstStyle>
          <a:p xmlns:a="http://schemas.openxmlformats.org/drawingml/2006/main">
            <a:pPr>
              <a:defRPr sz="5700" b="1">
                <a:solidFill>
                  <a:srgbClr val="D7E6DD"/>
                </a:solidFill>
                <a:latin typeface="Arial"/>
                <a:ea typeface="Arial"/>
                <a:cs typeface="Arial"/>
              </a:defRPr>
            </a:pPr>
            <a:r>
              <a:rPr sz="5700" b="1">
                <a:solidFill>
                  <a:srgbClr val="D7E6DD"/>
                </a:solidFill>
                <a:latin typeface="Arial"/>
                <a:ea typeface="Arial"/>
                <a:cs typeface="Arial"/>
              </a:rPr>
              <a:t>C</a:t>
            </a:r>
          </a:p>
        </p:txBody>
      </p:sp>
      <p:sp>
        <p:nvSpPr>
          <p:cNvPr id="11" name="text">
            <a:extLst xmlns:a="http://schemas.openxmlformats.org/drawingml/2006/main">
              <a:ext uri="{FF2B5EF4-FFF2-40B4-BE49-F238E27FC236}">
                <a16:creationId xmlns:a16="http://schemas.microsoft.com/office/drawing/2014/main" id="{C626C414-46A0-4E46-AE8C-C9767CDED77A}"/>
              </a:ext>
            </a:extLst>
          </p:cNvPr>
          <p:cNvSpPr>
            <a:spLocks xmlns:a="http://schemas.openxmlformats.org/drawingml/2006/main" noGrp="1"/>
          </p:cNvSpPr>
          <p:nvPr/>
        </p:nvSpPr>
        <p:spPr>
          <a:xfrm xmlns:a="http://schemas.openxmlformats.org/drawingml/2006/main">
            <a:off x="2266950" y="5076825"/>
            <a:ext cx="3857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F5F1E8"/>
                </a:solidFill>
                <a:latin typeface="Arial"/>
                <a:ea typeface="Arial"/>
                <a:cs typeface="Arial"/>
              </a:defRPr>
            </a:defPPr>
            <a:lvl1pPr>
              <a:defRPr sz="2400" b="1">
                <a:solidFill>
                  <a:srgbClr val="F5F1E8"/>
                </a:solidFill>
                <a:latin typeface="Arial"/>
                <a:ea typeface="Arial"/>
                <a:cs typeface="Arial"/>
              </a:defRPr>
            </a:lvl1pPr>
            <a:lvl2pPr>
              <a:defRPr sz="2400" b="1">
                <a:solidFill>
                  <a:srgbClr val="F5F1E8"/>
                </a:solidFill>
                <a:latin typeface="Arial"/>
                <a:ea typeface="Arial"/>
                <a:cs typeface="Arial"/>
              </a:defRPr>
            </a:lvl2pPr>
            <a:lvl3pPr>
              <a:defRPr sz="2400" b="1">
                <a:solidFill>
                  <a:srgbClr val="F5F1E8"/>
                </a:solidFill>
                <a:latin typeface="Arial"/>
                <a:ea typeface="Arial"/>
                <a:cs typeface="Arial"/>
              </a:defRPr>
            </a:lvl3pPr>
            <a:lvl4pPr>
              <a:defRPr sz="2400" b="1">
                <a:solidFill>
                  <a:srgbClr val="F5F1E8"/>
                </a:solidFill>
                <a:latin typeface="Arial"/>
                <a:ea typeface="Arial"/>
                <a:cs typeface="Arial"/>
              </a:defRPr>
            </a:lvl4pPr>
            <a:lvl5pPr>
              <a:defRPr sz="2400" b="1">
                <a:solidFill>
                  <a:srgbClr val="F5F1E8"/>
                </a:solidFill>
                <a:latin typeface="Arial"/>
                <a:ea typeface="Arial"/>
                <a:cs typeface="Arial"/>
              </a:defRPr>
            </a:lvl5pPr>
            <a:lvl6pPr>
              <a:defRPr sz="2400" b="1">
                <a:solidFill>
                  <a:srgbClr val="F5F1E8"/>
                </a:solidFill>
                <a:latin typeface="Arial"/>
                <a:ea typeface="Arial"/>
                <a:cs typeface="Arial"/>
              </a:defRPr>
            </a:lvl6pPr>
            <a:lvl7pPr>
              <a:defRPr sz="2400" b="1">
                <a:solidFill>
                  <a:srgbClr val="F5F1E8"/>
                </a:solidFill>
                <a:latin typeface="Arial"/>
                <a:ea typeface="Arial"/>
                <a:cs typeface="Arial"/>
              </a:defRPr>
            </a:lvl7pPr>
            <a:lvl8pPr>
              <a:defRPr sz="2400" b="1">
                <a:solidFill>
                  <a:srgbClr val="F5F1E8"/>
                </a:solidFill>
                <a:latin typeface="Arial"/>
                <a:ea typeface="Arial"/>
                <a:cs typeface="Arial"/>
              </a:defRPr>
            </a:lvl8pPr>
            <a:lvl9pPr>
              <a:defRPr sz="2400" b="1">
                <a:solidFill>
                  <a:srgbClr val="F5F1E8"/>
                </a:solidFill>
                <a:latin typeface="Arial"/>
                <a:ea typeface="Arial"/>
                <a:cs typeface="Arial"/>
              </a:defRPr>
            </a:lvl9pPr>
          </a:lstStyle>
          <a:p xmlns:a="http://schemas.openxmlformats.org/drawingml/2006/main">
            <a:pPr>
              <a:defRPr sz="2400" b="1">
                <a:solidFill>
                  <a:srgbClr val="F5F1E8"/>
                </a:solidFill>
                <a:latin typeface="Arial"/>
                <a:ea typeface="Arial"/>
                <a:cs typeface="Arial"/>
              </a:defRPr>
            </a:pPr>
            <a:r>
              <a:rPr sz="2400" b="1">
                <a:solidFill>
                  <a:srgbClr val="F5F1E8"/>
                </a:solidFill>
                <a:latin typeface="Arial"/>
                <a:ea typeface="Arial"/>
                <a:cs typeface="Arial"/>
              </a:rPr>
              <a:t>ниже порога</a:t>
            </a:r>
          </a:p>
          <a:p xmlns:a="http://schemas.openxmlformats.org/drawingml/2006/main">
            <a:pPr>
              <a:defRPr sz="2400" b="1">
                <a:solidFill>
                  <a:srgbClr val="F5F1E8"/>
                </a:solidFill>
                <a:latin typeface="Arial"/>
                <a:ea typeface="Arial"/>
                <a:cs typeface="Arial"/>
              </a:defRPr>
            </a:pPr>
            <a:r>
              <a:rPr sz="2400" b="1">
                <a:solidFill>
                  <a:srgbClr val="F5F1E8"/>
                </a:solidFill>
                <a:latin typeface="Arial"/>
                <a:ea typeface="Arial"/>
                <a:cs typeface="Arial"/>
              </a:rPr>
              <a:t>или ограничение</a:t>
            </a:r>
          </a:p>
        </p:txBody>
      </p:sp>
      <p:sp>
        <p:nvSpPr>
          <p:cNvPr id="12" name="text">
            <a:extLst xmlns:a="http://schemas.openxmlformats.org/drawingml/2006/main">
              <a:ext uri="{FF2B5EF4-FFF2-40B4-BE49-F238E27FC236}">
                <a16:creationId xmlns:a16="http://schemas.microsoft.com/office/drawing/2014/main" id="{B39955EF-FED9-49C5-98DF-9E5D39B46F68}"/>
              </a:ext>
            </a:extLst>
          </p:cNvPr>
          <p:cNvSpPr>
            <a:spLocks xmlns:a="http://schemas.openxmlformats.org/drawingml/2006/main" noGrp="1"/>
          </p:cNvSpPr>
          <p:nvPr/>
        </p:nvSpPr>
        <p:spPr>
          <a:xfrm xmlns:a="http://schemas.openxmlformats.org/drawingml/2006/main">
            <a:off x="6419850" y="5010150"/>
            <a:ext cx="5143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D7E6DD"/>
                </a:solidFill>
                <a:latin typeface="Arial"/>
                <a:ea typeface="Arial"/>
                <a:cs typeface="Arial"/>
              </a:defRPr>
            </a:defPPr>
            <a:lvl1pPr>
              <a:defRPr sz="2025" b="0">
                <a:solidFill>
                  <a:srgbClr val="D7E6DD"/>
                </a:solidFill>
                <a:latin typeface="Arial"/>
                <a:ea typeface="Arial"/>
                <a:cs typeface="Arial"/>
              </a:defRPr>
            </a:lvl1pPr>
            <a:lvl2pPr>
              <a:defRPr sz="2025" b="0">
                <a:solidFill>
                  <a:srgbClr val="D7E6DD"/>
                </a:solidFill>
                <a:latin typeface="Arial"/>
                <a:ea typeface="Arial"/>
                <a:cs typeface="Arial"/>
              </a:defRPr>
            </a:lvl2pPr>
            <a:lvl3pPr>
              <a:defRPr sz="2025" b="0">
                <a:solidFill>
                  <a:srgbClr val="D7E6DD"/>
                </a:solidFill>
                <a:latin typeface="Arial"/>
                <a:ea typeface="Arial"/>
                <a:cs typeface="Arial"/>
              </a:defRPr>
            </a:lvl3pPr>
            <a:lvl4pPr>
              <a:defRPr sz="2025" b="0">
                <a:solidFill>
                  <a:srgbClr val="D7E6DD"/>
                </a:solidFill>
                <a:latin typeface="Arial"/>
                <a:ea typeface="Arial"/>
                <a:cs typeface="Arial"/>
              </a:defRPr>
            </a:lvl4pPr>
            <a:lvl5pPr>
              <a:defRPr sz="2025" b="0">
                <a:solidFill>
                  <a:srgbClr val="D7E6DD"/>
                </a:solidFill>
                <a:latin typeface="Arial"/>
                <a:ea typeface="Arial"/>
                <a:cs typeface="Arial"/>
              </a:defRPr>
            </a:lvl5pPr>
            <a:lvl6pPr>
              <a:defRPr sz="2025" b="0">
                <a:solidFill>
                  <a:srgbClr val="D7E6DD"/>
                </a:solidFill>
                <a:latin typeface="Arial"/>
                <a:ea typeface="Arial"/>
                <a:cs typeface="Arial"/>
              </a:defRPr>
            </a:lvl6pPr>
            <a:lvl7pPr>
              <a:defRPr sz="2025" b="0">
                <a:solidFill>
                  <a:srgbClr val="D7E6DD"/>
                </a:solidFill>
                <a:latin typeface="Arial"/>
                <a:ea typeface="Arial"/>
                <a:cs typeface="Arial"/>
              </a:defRPr>
            </a:lvl7pPr>
            <a:lvl8pPr>
              <a:defRPr sz="2025" b="0">
                <a:solidFill>
                  <a:srgbClr val="D7E6DD"/>
                </a:solidFill>
                <a:latin typeface="Arial"/>
                <a:ea typeface="Arial"/>
                <a:cs typeface="Arial"/>
              </a:defRPr>
            </a:lvl8pPr>
            <a:lvl9pPr>
              <a:defRPr sz="2025" b="0">
                <a:solidFill>
                  <a:srgbClr val="D7E6DD"/>
                </a:solidFill>
                <a:latin typeface="Arial"/>
                <a:ea typeface="Arial"/>
                <a:cs typeface="Arial"/>
              </a:defRPr>
            </a:lvl9pPr>
          </a:lstStyle>
          <a:p xmlns:a="http://schemas.openxmlformats.org/drawingml/2006/main">
            <a:pPr>
              <a:defRPr sz="2025" b="0">
                <a:solidFill>
                  <a:srgbClr val="D7E6DD"/>
                </a:solidFill>
                <a:latin typeface="Arial"/>
                <a:ea typeface="Arial"/>
                <a:cs typeface="Arial"/>
              </a:defRPr>
            </a:pPr>
            <a:r>
              <a:rPr sz="2025" b="0">
                <a:solidFill>
                  <a:srgbClr val="D7E6DD"/>
                </a:solidFill>
                <a:latin typeface="Arial"/>
                <a:ea typeface="Arial"/>
                <a:cs typeface="Arial"/>
              </a:rPr>
              <a:t>Явное несовпадение или отчётность</a:t>
            </a:r>
          </a:p>
          <a:p xmlns:a="http://schemas.openxmlformats.org/drawingml/2006/main">
            <a:pPr>
              <a:defRPr sz="2025" b="0">
                <a:solidFill>
                  <a:srgbClr val="D7E6DD"/>
                </a:solidFill>
                <a:latin typeface="Arial"/>
                <a:ea typeface="Arial"/>
                <a:cs typeface="Arial"/>
              </a:defRPr>
            </a:pPr>
            <a:r>
              <a:rPr sz="2025" b="0">
                <a:solidFill>
                  <a:srgbClr val="D7E6DD"/>
                </a:solidFill>
                <a:latin typeface="Arial"/>
                <a:ea typeface="Arial"/>
                <a:cs typeface="Arial"/>
              </a:rPr>
              <a:t>без аналитического мандата</a:t>
            </a:r>
          </a:p>
          <a:p xmlns:a="http://schemas.openxmlformats.org/drawingml/2006/main">
            <a:pPr>
              <a:defRPr sz="2025" b="0">
                <a:solidFill>
                  <a:srgbClr val="D7E6DD"/>
                </a:solidFill>
                <a:latin typeface="Arial"/>
                <a:ea typeface="Arial"/>
                <a:cs typeface="Arial"/>
              </a:defRPr>
            </a:pPr>
            <a:r>
              <a:rPr sz="2025" b="0">
                <a:solidFill>
                  <a:srgbClr val="D7E6DD"/>
                </a:solidFill>
                <a:latin typeface="Arial"/>
                <a:ea typeface="Arial"/>
                <a:cs typeface="Arial"/>
              </a:rPr>
              <a:t>ограничивают уровень C.</a:t>
            </a:r>
          </a:p>
        </p:txBody>
      </p:sp>
    </p:spTree>
    <p:extLst>
      <p:ext uri="{BB962C8B-B14F-4D97-AF65-F5344CB8AC3E}">
        <p14:creationId xmlns:p14="http://schemas.microsoft.com/office/powerpoint/2010/main" val="1666668527"/>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285A108E-A7AA-4F8B-B228-FDBF89C0C7D1}"/>
              </a:ext>
            </a:extLst>
          </p:cNvPr>
          <p:cNvSpPr>
            <a:spLocks xmlns:a="http://schemas.openxmlformats.org/drawingml/2006/main" noGrp="1"/>
          </p:cNvSpPr>
          <p:nvPr/>
        </p:nvSpPr>
        <p:spPr>
          <a:xfrm xmlns:a="http://schemas.openxmlformats.org/drawingml/2006/main">
            <a:off x="609600" y="533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92C2A"/>
                </a:solidFill>
                <a:latin typeface="Arial"/>
                <a:ea typeface="Arial"/>
                <a:cs typeface="Arial"/>
              </a:defRPr>
            </a:defPPr>
            <a:lvl1pPr>
              <a:defRPr sz="3225" b="1">
                <a:solidFill>
                  <a:srgbClr val="192C2A"/>
                </a:solidFill>
                <a:latin typeface="Arial"/>
                <a:ea typeface="Arial"/>
                <a:cs typeface="Arial"/>
              </a:defRPr>
            </a:lvl1pPr>
            <a:lvl2pPr>
              <a:defRPr sz="3225" b="1">
                <a:solidFill>
                  <a:srgbClr val="192C2A"/>
                </a:solidFill>
                <a:latin typeface="Arial"/>
                <a:ea typeface="Arial"/>
                <a:cs typeface="Arial"/>
              </a:defRPr>
            </a:lvl2pPr>
            <a:lvl3pPr>
              <a:defRPr sz="3225" b="1">
                <a:solidFill>
                  <a:srgbClr val="192C2A"/>
                </a:solidFill>
                <a:latin typeface="Arial"/>
                <a:ea typeface="Arial"/>
                <a:cs typeface="Arial"/>
              </a:defRPr>
            </a:lvl3pPr>
            <a:lvl4pPr>
              <a:defRPr sz="3225" b="1">
                <a:solidFill>
                  <a:srgbClr val="192C2A"/>
                </a:solidFill>
                <a:latin typeface="Arial"/>
                <a:ea typeface="Arial"/>
                <a:cs typeface="Arial"/>
              </a:defRPr>
            </a:lvl4pPr>
            <a:lvl5pPr>
              <a:defRPr sz="3225" b="1">
                <a:solidFill>
                  <a:srgbClr val="192C2A"/>
                </a:solidFill>
                <a:latin typeface="Arial"/>
                <a:ea typeface="Arial"/>
                <a:cs typeface="Arial"/>
              </a:defRPr>
            </a:lvl5pPr>
            <a:lvl6pPr>
              <a:defRPr sz="3225" b="1">
                <a:solidFill>
                  <a:srgbClr val="192C2A"/>
                </a:solidFill>
                <a:latin typeface="Arial"/>
                <a:ea typeface="Arial"/>
                <a:cs typeface="Arial"/>
              </a:defRPr>
            </a:lvl6pPr>
            <a:lvl7pPr>
              <a:defRPr sz="3225" b="1">
                <a:solidFill>
                  <a:srgbClr val="192C2A"/>
                </a:solidFill>
                <a:latin typeface="Arial"/>
                <a:ea typeface="Arial"/>
                <a:cs typeface="Arial"/>
              </a:defRPr>
            </a:lvl7pPr>
            <a:lvl8pPr>
              <a:defRPr sz="3225" b="1">
                <a:solidFill>
                  <a:srgbClr val="192C2A"/>
                </a:solidFill>
                <a:latin typeface="Arial"/>
                <a:ea typeface="Arial"/>
                <a:cs typeface="Arial"/>
              </a:defRPr>
            </a:lvl8pPr>
            <a:lvl9pPr>
              <a:defRPr sz="3225" b="1">
                <a:solidFill>
                  <a:srgbClr val="192C2A"/>
                </a:solidFill>
                <a:latin typeface="Arial"/>
                <a:ea typeface="Arial"/>
                <a:cs typeface="Arial"/>
              </a:defRPr>
            </a:lvl9pPr>
          </a:lstStyle>
          <a:p xmlns:a="http://schemas.openxmlformats.org/drawingml/2006/main">
            <a:pPr>
              <a:defRPr sz="3225" b="1">
                <a:solidFill>
                  <a:srgbClr val="192C2A"/>
                </a:solidFill>
                <a:latin typeface="Arial"/>
                <a:ea typeface="Arial"/>
                <a:cs typeface="Arial"/>
              </a:defRPr>
            </a:pPr>
            <a:r>
              <a:rPr sz="3225" b="1">
                <a:solidFill>
                  <a:srgbClr val="192C2A"/>
                </a:solidFill>
                <a:latin typeface="Arial"/>
                <a:ea typeface="Arial"/>
                <a:cs typeface="Arial"/>
              </a:rPr>
              <a:t>Разные ответы об одной вакансии</a:t>
            </a:r>
          </a:p>
        </p:txBody>
      </p:sp>
      <p:sp>
        <p:nvSpPr>
          <p:cNvPr id="2" name="subtitle">
            <a:extLst xmlns:a="http://schemas.openxmlformats.org/drawingml/2006/main">
              <a:ext uri="{FF2B5EF4-FFF2-40B4-BE49-F238E27FC236}">
                <a16:creationId xmlns:a16="http://schemas.microsoft.com/office/drawing/2014/main" id="{D5C66C03-AC16-486E-8209-67B56131AD7C}"/>
              </a:ext>
            </a:extLst>
          </p:cNvPr>
          <p:cNvSpPr>
            <a:spLocks xmlns:a="http://schemas.openxmlformats.org/drawingml/2006/main" noGrp="1"/>
          </p:cNvSpPr>
          <p:nvPr/>
        </p:nvSpPr>
        <p:spPr>
          <a:xfrm xmlns:a="http://schemas.openxmlformats.org/drawingml/2006/main">
            <a:off x="628650" y="146685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25D"/>
                </a:solidFill>
                <a:latin typeface="Arial"/>
                <a:ea typeface="Arial"/>
                <a:cs typeface="Arial"/>
              </a:defRPr>
            </a:defPPr>
            <a:lvl1pPr>
              <a:defRPr sz="1875" b="0">
                <a:solidFill>
                  <a:srgbClr val="52625D"/>
                </a:solidFill>
                <a:latin typeface="Arial"/>
                <a:ea typeface="Arial"/>
                <a:cs typeface="Arial"/>
              </a:defRPr>
            </a:lvl1pPr>
            <a:lvl2pPr>
              <a:defRPr sz="1875" b="0">
                <a:solidFill>
                  <a:srgbClr val="52625D"/>
                </a:solidFill>
                <a:latin typeface="Arial"/>
                <a:ea typeface="Arial"/>
                <a:cs typeface="Arial"/>
              </a:defRPr>
            </a:lvl2pPr>
            <a:lvl3pPr>
              <a:defRPr sz="1875" b="0">
                <a:solidFill>
                  <a:srgbClr val="52625D"/>
                </a:solidFill>
                <a:latin typeface="Arial"/>
                <a:ea typeface="Arial"/>
                <a:cs typeface="Arial"/>
              </a:defRPr>
            </a:lvl3pPr>
            <a:lvl4pPr>
              <a:defRPr sz="1875" b="0">
                <a:solidFill>
                  <a:srgbClr val="52625D"/>
                </a:solidFill>
                <a:latin typeface="Arial"/>
                <a:ea typeface="Arial"/>
                <a:cs typeface="Arial"/>
              </a:defRPr>
            </a:lvl4pPr>
            <a:lvl5pPr>
              <a:defRPr sz="1875" b="0">
                <a:solidFill>
                  <a:srgbClr val="52625D"/>
                </a:solidFill>
                <a:latin typeface="Arial"/>
                <a:ea typeface="Arial"/>
                <a:cs typeface="Arial"/>
              </a:defRPr>
            </a:lvl5pPr>
            <a:lvl6pPr>
              <a:defRPr sz="1875" b="0">
                <a:solidFill>
                  <a:srgbClr val="52625D"/>
                </a:solidFill>
                <a:latin typeface="Arial"/>
                <a:ea typeface="Arial"/>
                <a:cs typeface="Arial"/>
              </a:defRPr>
            </a:lvl6pPr>
            <a:lvl7pPr>
              <a:defRPr sz="1875" b="0">
                <a:solidFill>
                  <a:srgbClr val="52625D"/>
                </a:solidFill>
                <a:latin typeface="Arial"/>
                <a:ea typeface="Arial"/>
                <a:cs typeface="Arial"/>
              </a:defRPr>
            </a:lvl7pPr>
            <a:lvl8pPr>
              <a:defRPr sz="1875" b="0">
                <a:solidFill>
                  <a:srgbClr val="52625D"/>
                </a:solidFill>
                <a:latin typeface="Arial"/>
                <a:ea typeface="Arial"/>
                <a:cs typeface="Arial"/>
              </a:defRPr>
            </a:lvl8pPr>
            <a:lvl9pPr>
              <a:defRPr sz="1875" b="0">
                <a:solidFill>
                  <a:srgbClr val="52625D"/>
                </a:solidFill>
                <a:latin typeface="Arial"/>
                <a:ea typeface="Arial"/>
                <a:cs typeface="Arial"/>
              </a:defRPr>
            </a:lvl9pPr>
          </a:lstStyle>
          <a:p xmlns:a="http://schemas.openxmlformats.org/drawingml/2006/main">
            <a:pPr>
              <a:defRPr sz="1875" b="0">
                <a:solidFill>
                  <a:srgbClr val="52625D"/>
                </a:solidFill>
                <a:latin typeface="Arial"/>
                <a:ea typeface="Arial"/>
                <a:cs typeface="Arial"/>
              </a:defRPr>
            </a:pPr>
            <a:r>
              <a:rPr sz="1875" b="0">
                <a:solidFill>
                  <a:srgbClr val="52625D"/>
                </a:solidFill>
                <a:latin typeface="Arial"/>
                <a:ea typeface="Arial"/>
                <a:cs typeface="Arial"/>
              </a:rPr>
              <a:t>Учебный пример: Analytics Manager, pricing experiments, география найма не указана</a:t>
            </a:r>
          </a:p>
        </p:txBody>
      </p:sp>
      <p:sp>
        <p:nvSpPr>
          <p:cNvPr id="3" name="slide-number">
            <a:extLst xmlns:a="http://schemas.openxmlformats.org/drawingml/2006/main">
              <a:ext uri="{FF2B5EF4-FFF2-40B4-BE49-F238E27FC236}">
                <a16:creationId xmlns:a16="http://schemas.microsoft.com/office/drawing/2014/main" id="{B4F5C401-1F7B-495E-B220-9573B34AA183}"/>
              </a:ext>
            </a:extLst>
          </p:cNvPr>
          <p:cNvSpPr>
            <a:spLocks xmlns:a="http://schemas.openxmlformats.org/drawingml/2006/main" noGrp="1"/>
          </p:cNvSpPr>
          <p:nvPr/>
        </p:nvSpPr>
        <p:spPr>
          <a:xfrm xmlns:a="http://schemas.openxmlformats.org/drawingml/2006/main">
            <a:off x="11239500"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25D"/>
                </a:solidFill>
                <a:latin typeface="Arial"/>
                <a:ea typeface="Arial"/>
                <a:cs typeface="Arial"/>
              </a:defRPr>
            </a:defPPr>
            <a:lvl1pPr>
              <a:defRPr sz="1350" b="0">
                <a:solidFill>
                  <a:srgbClr val="52625D"/>
                </a:solidFill>
                <a:latin typeface="Arial"/>
                <a:ea typeface="Arial"/>
                <a:cs typeface="Arial"/>
              </a:defRPr>
            </a:lvl1pPr>
            <a:lvl2pPr>
              <a:defRPr sz="1350" b="0">
                <a:solidFill>
                  <a:srgbClr val="52625D"/>
                </a:solidFill>
                <a:latin typeface="Arial"/>
                <a:ea typeface="Arial"/>
                <a:cs typeface="Arial"/>
              </a:defRPr>
            </a:lvl2pPr>
            <a:lvl3pPr>
              <a:defRPr sz="1350" b="0">
                <a:solidFill>
                  <a:srgbClr val="52625D"/>
                </a:solidFill>
                <a:latin typeface="Arial"/>
                <a:ea typeface="Arial"/>
                <a:cs typeface="Arial"/>
              </a:defRPr>
            </a:lvl3pPr>
            <a:lvl4pPr>
              <a:defRPr sz="1350" b="0">
                <a:solidFill>
                  <a:srgbClr val="52625D"/>
                </a:solidFill>
                <a:latin typeface="Arial"/>
                <a:ea typeface="Arial"/>
                <a:cs typeface="Arial"/>
              </a:defRPr>
            </a:lvl4pPr>
            <a:lvl5pPr>
              <a:defRPr sz="1350" b="0">
                <a:solidFill>
                  <a:srgbClr val="52625D"/>
                </a:solidFill>
                <a:latin typeface="Arial"/>
                <a:ea typeface="Arial"/>
                <a:cs typeface="Arial"/>
              </a:defRPr>
            </a:lvl5pPr>
            <a:lvl6pPr>
              <a:defRPr sz="1350" b="0">
                <a:solidFill>
                  <a:srgbClr val="52625D"/>
                </a:solidFill>
                <a:latin typeface="Arial"/>
                <a:ea typeface="Arial"/>
                <a:cs typeface="Arial"/>
              </a:defRPr>
            </a:lvl6pPr>
            <a:lvl7pPr>
              <a:defRPr sz="1350" b="0">
                <a:solidFill>
                  <a:srgbClr val="52625D"/>
                </a:solidFill>
                <a:latin typeface="Arial"/>
                <a:ea typeface="Arial"/>
                <a:cs typeface="Arial"/>
              </a:defRPr>
            </a:lvl7pPr>
            <a:lvl8pPr>
              <a:defRPr sz="1350" b="0">
                <a:solidFill>
                  <a:srgbClr val="52625D"/>
                </a:solidFill>
                <a:latin typeface="Arial"/>
                <a:ea typeface="Arial"/>
                <a:cs typeface="Arial"/>
              </a:defRPr>
            </a:lvl8pPr>
            <a:lvl9pPr>
              <a:defRPr sz="1350" b="0">
                <a:solidFill>
                  <a:srgbClr val="52625D"/>
                </a:solidFill>
                <a:latin typeface="Arial"/>
                <a:ea typeface="Arial"/>
                <a:cs typeface="Arial"/>
              </a:defRPr>
            </a:lvl9pPr>
          </a:lstStyle>
          <a:p xmlns:a="http://schemas.openxmlformats.org/drawingml/2006/main">
            <a:pPr>
              <a:defRPr sz="1350" b="0">
                <a:solidFill>
                  <a:srgbClr val="52625D"/>
                </a:solidFill>
                <a:latin typeface="Arial"/>
                <a:ea typeface="Arial"/>
                <a:cs typeface="Arial"/>
              </a:defRPr>
            </a:pPr>
            <a:r>
              <a:rPr sz="1350" b="0">
                <a:solidFill>
                  <a:srgbClr val="52625D"/>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2806B451-B606-4743-9D53-DB884E833CAF}"/>
              </a:ext>
            </a:extLst>
          </p:cNvPr>
          <p:cNvGraphicFramePr/>
          <p:nvPr/>
        </p:nvGraphicFramePr>
        <p:xfrm>
          <a:off xmlns:a="http://schemas.openxmlformats.org/drawingml/2006/main" x="609600" y="2266950"/>
          <a:ext xmlns:a="http://schemas.openxmlformats.org/drawingml/2006/main" cx="10972800" cy="3409950"/>
        </p:xfrm>
        <a:graphic xmlns:a="http://schemas.openxmlformats.org/drawingml/2006/main">
          <a:graphicData uri="http://schemas.openxmlformats.org/drawingml/2006/table">
            <a:tbl>
              <a:tblPr firstRow="0" firstCol="0" bandRow="0"/>
              <a:tblGrid>
                <a:gridCol w="2381250"/>
                <a:gridCol w="3714750"/>
                <a:gridCol w="4876800"/>
              </a:tblGrid>
              <a:tr h="681990">
                <a:tc>
                  <a:txBody>
                    <a:bodyPr/>
                    <a:lstStyle/>
                    <a:p>
                      <a:r>
                        <a:rPr sz="1800" b="1">
                          <a:solidFill>
                            <a:srgbClr val="F5F1E8"/>
                          </a:solidFill>
                          <a:latin typeface="Arial"/>
                          <a:ea typeface="Arial"/>
                          <a:cs typeface="Arial"/>
                        </a:rPr>
                        <a:t>Ось</a:t>
                      </a:r>
                    </a:p>
                  </a:txBody>
                  <a:tcPr marL="152400" marR="152400" marT="76200" marB="57150">
                    <a:lnL w="9525">
                      <a:solidFill>
                        <a:srgbClr val="D3D7CF"/>
                      </a:solidFill>
                      <a:prstDash val="solid"/>
                    </a:lnL>
                    <a:lnR w="9525">
                      <a:solidFill>
                        <a:srgbClr val="D3D7CF"/>
                      </a:solidFill>
                      <a:prstDash val="solid"/>
                    </a:lnR>
                    <a:lnT w="9525">
                      <a:solidFill>
                        <a:srgbClr val="D3D7CF"/>
                      </a:solidFill>
                      <a:prstDash val="solid"/>
                    </a:lnT>
                    <a:lnB w="9525">
                      <a:solidFill>
                        <a:srgbClr val="D3D7CF"/>
                      </a:solidFill>
                      <a:prstDash val="solid"/>
                    </a:lnB>
                    <a:solidFill>
                      <a:srgbClr val="19665B"/>
                    </a:solidFill>
                  </a:tcPr>
                </a:tc>
                <a:tc>
                  <a:txBody>
                    <a:bodyPr/>
                    <a:lstStyle/>
                    <a:p>
                      <a:r>
                        <a:rPr sz="1800" b="1">
                          <a:solidFill>
                            <a:srgbClr val="F5F1E8"/>
                          </a:solidFill>
                          <a:latin typeface="Arial"/>
                          <a:ea typeface="Arial"/>
                          <a:cs typeface="Arial"/>
                        </a:rPr>
                        <a:t>Возможный результат</a:t>
                      </a:r>
                    </a:p>
                  </a:txBody>
                  <a:tcPr marL="152400" marR="152400" marT="76200" marB="57150">
                    <a:lnR w="9525">
                      <a:solidFill>
                        <a:srgbClr val="D3D7CF"/>
                      </a:solidFill>
                      <a:prstDash val="solid"/>
                    </a:lnR>
                    <a:lnT w="9525">
                      <a:solidFill>
                        <a:srgbClr val="D3D7CF"/>
                      </a:solidFill>
                      <a:prstDash val="solid"/>
                    </a:lnT>
                    <a:lnB w="9525">
                      <a:solidFill>
                        <a:srgbClr val="D3D7CF"/>
                      </a:solidFill>
                      <a:prstDash val="solid"/>
                    </a:lnB>
                    <a:solidFill>
                      <a:srgbClr val="19665B"/>
                    </a:solidFill>
                  </a:tcPr>
                </a:tc>
                <a:tc>
                  <a:txBody>
                    <a:bodyPr/>
                    <a:lstStyle/>
                    <a:p>
                      <a:r>
                        <a:rPr sz="1800" b="1">
                          <a:solidFill>
                            <a:srgbClr val="F5F1E8"/>
                          </a:solidFill>
                          <a:latin typeface="Arial"/>
                          <a:ea typeface="Arial"/>
                          <a:cs typeface="Arial"/>
                        </a:rPr>
                        <a:t>Как его читать</a:t>
                      </a:r>
                    </a:p>
                  </a:txBody>
                  <a:tcPr marL="152400" marR="152400" marT="76200" marB="57150">
                    <a:lnR w="9525">
                      <a:solidFill>
                        <a:srgbClr val="D3D7CF"/>
                      </a:solidFill>
                      <a:prstDash val="solid"/>
                    </a:lnR>
                    <a:lnT w="9525">
                      <a:solidFill>
                        <a:srgbClr val="D3D7CF"/>
                      </a:solidFill>
                      <a:prstDash val="solid"/>
                    </a:lnT>
                    <a:lnB w="9525">
                      <a:solidFill>
                        <a:srgbClr val="D3D7CF"/>
                      </a:solidFill>
                      <a:prstDash val="solid"/>
                    </a:lnB>
                    <a:solidFill>
                      <a:srgbClr val="19665B"/>
                    </a:solidFill>
                  </a:tcPr>
                </a:tc>
              </a:tr>
              <a:tr h="681990">
                <a:tc>
                  <a:txBody>
                    <a:bodyPr/>
                    <a:lstStyle/>
                    <a:p>
                      <a:r>
                        <a:rPr sz="1800">
                          <a:solidFill>
                            <a:srgbClr val="192C2A"/>
                          </a:solidFill>
                          <a:latin typeface="Arial"/>
                          <a:ea typeface="Arial"/>
                          <a:cs typeface="Arial"/>
                        </a:rPr>
                        <a:t>Профессия</a:t>
                      </a:r>
                    </a:p>
                  </a:txBody>
                  <a:tcPr marL="152400" marR="152400" marT="76200" marB="57150">
                    <a:lnL w="9525">
                      <a:solidFill>
                        <a:srgbClr val="D3D7CF"/>
                      </a:solidFill>
                      <a:prstDash val="solid"/>
                    </a:lnL>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Analytics Leadership</a:t>
                      </a:r>
                    </a:p>
                  </a:txBody>
                  <a:tcPr marL="152400" marR="152400" marT="76200" marB="57150">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Что это за работа</a:t>
                      </a:r>
                    </a:p>
                  </a:txBody>
                  <a:tcPr marL="152400" marR="152400" marT="76200" marB="57150">
                    <a:lnR w="9525">
                      <a:solidFill>
                        <a:srgbClr val="D3D7CF"/>
                      </a:solidFill>
                      <a:prstDash val="solid"/>
                    </a:lnR>
                    <a:lnB w="9525">
                      <a:solidFill>
                        <a:srgbClr val="D3D7CF"/>
                      </a:solidFill>
                      <a:prstDash val="solid"/>
                    </a:lnB>
                    <a:solidFill>
                      <a:srgbClr val="F5F1E8"/>
                    </a:solidFill>
                  </a:tcPr>
                </a:tc>
              </a:tr>
              <a:tr h="681990">
                <a:tc>
                  <a:txBody>
                    <a:bodyPr/>
                    <a:lstStyle/>
                    <a:p>
                      <a:r>
                        <a:rPr sz="1800">
                          <a:solidFill>
                            <a:srgbClr val="192C2A"/>
                          </a:solidFill>
                          <a:latin typeface="Arial"/>
                          <a:ea typeface="Arial"/>
                          <a:cs typeface="Arial"/>
                        </a:rPr>
                        <a:t>Fit / категория</a:t>
                      </a:r>
                    </a:p>
                  </a:txBody>
                  <a:tcPr marL="152400" marR="152400" marT="76200" marB="57150">
                    <a:lnL w="9525">
                      <a:solidFill>
                        <a:srgbClr val="D3D7CF"/>
                      </a:solidFill>
                      <a:prstDash val="solid"/>
                    </a:lnL>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Соответствие может быть высоким</a:t>
                      </a:r>
                    </a:p>
                  </a:txBody>
                  <a:tcPr marL="152400" marR="152400" marT="76200" marB="57150">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Нужны полный текст и расчёт</a:t>
                      </a:r>
                    </a:p>
                  </a:txBody>
                  <a:tcPr marL="152400" marR="152400" marT="76200" marB="57150">
                    <a:lnR w="9525">
                      <a:solidFill>
                        <a:srgbClr val="D3D7CF"/>
                      </a:solidFill>
                      <a:prstDash val="solid"/>
                    </a:lnR>
                    <a:lnB w="9525">
                      <a:solidFill>
                        <a:srgbClr val="D3D7CF"/>
                      </a:solidFill>
                      <a:prstDash val="solid"/>
                    </a:lnB>
                    <a:solidFill>
                      <a:srgbClr val="F5F1E8"/>
                    </a:solidFill>
                  </a:tcPr>
                </a:tc>
              </a:tr>
              <a:tr h="681990">
                <a:tc>
                  <a:txBody>
                    <a:bodyPr/>
                    <a:lstStyle/>
                    <a:p>
                      <a:r>
                        <a:rPr sz="1800">
                          <a:solidFill>
                            <a:srgbClr val="192C2A"/>
                          </a:solidFill>
                          <a:latin typeface="Arial"/>
                          <a:ea typeface="Arial"/>
                          <a:cs typeface="Arial"/>
                        </a:rPr>
                        <a:t>Найм / маршрут</a:t>
                      </a:r>
                    </a:p>
                  </a:txBody>
                  <a:tcPr marL="152400" marR="152400" marT="76200" marB="57150">
                    <a:lnL w="9525">
                      <a:solidFill>
                        <a:srgbClr val="D3D7CF"/>
                      </a:solidFill>
                      <a:prstDash val="solid"/>
                    </a:lnL>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unknown / REVIEW</a:t>
                      </a:r>
                    </a:p>
                  </a:txBody>
                  <a:tcPr marL="152400" marR="152400" marT="76200" marB="57150">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География ещё требует проверки</a:t>
                      </a:r>
                    </a:p>
                  </a:txBody>
                  <a:tcPr marL="152400" marR="152400" marT="76200" marB="57150">
                    <a:lnR w="9525">
                      <a:solidFill>
                        <a:srgbClr val="D3D7CF"/>
                      </a:solidFill>
                      <a:prstDash val="solid"/>
                    </a:lnR>
                    <a:lnB w="9525">
                      <a:solidFill>
                        <a:srgbClr val="D3D7CF"/>
                      </a:solidFill>
                      <a:prstDash val="solid"/>
                    </a:lnB>
                    <a:solidFill>
                      <a:srgbClr val="F5F1E8"/>
                    </a:solidFill>
                  </a:tcPr>
                </a:tc>
              </a:tr>
              <a:tr h="681990">
                <a:tc>
                  <a:txBody>
                    <a:bodyPr/>
                    <a:lstStyle/>
                    <a:p>
                      <a:r>
                        <a:rPr sz="1800">
                          <a:solidFill>
                            <a:srgbClr val="192C2A"/>
                          </a:solidFill>
                          <a:latin typeface="Arial"/>
                          <a:ea typeface="Arial"/>
                          <a:cs typeface="Arial"/>
                        </a:rPr>
                        <a:t>Назначение</a:t>
                      </a:r>
                    </a:p>
                  </a:txBody>
                  <a:tcPr marL="152400" marR="152400" marT="76200" marB="57150">
                    <a:lnL w="9525">
                      <a:solidFill>
                        <a:srgbClr val="D3D7CF"/>
                      </a:solidFill>
                      <a:prstDash val="solid"/>
                    </a:lnL>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P1 unknown, P2 может подходить</a:t>
                      </a:r>
                    </a:p>
                  </a:txBody>
                  <a:tcPr marL="152400" marR="152400" marT="76200" marB="57150">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Сходство задач отдельно от найма</a:t>
                      </a:r>
                    </a:p>
                  </a:txBody>
                  <a:tcPr marL="152400" marR="152400" marT="76200" marB="57150">
                    <a:lnR w="9525">
                      <a:solidFill>
                        <a:srgbClr val="D3D7CF"/>
                      </a:solidFill>
                      <a:prstDash val="solid"/>
                    </a:lnR>
                    <a:lnB w="9525">
                      <a:solidFill>
                        <a:srgbClr val="D3D7CF"/>
                      </a:solidFill>
                      <a:prstDash val="solid"/>
                    </a:lnB>
                    <a:solidFill>
                      <a:srgbClr val="F5F1E8"/>
                    </a:solidFill>
                  </a:tcPr>
                </a:tc>
              </a:tr>
            </a:tbl>
          </a:graphicData>
        </a:graphic>
      </p:graphicFrame>
      <p:sp>
        <p:nvSpPr>
          <p:cNvPr id="5" name="text">
            <a:extLst xmlns:a="http://schemas.openxmlformats.org/drawingml/2006/main">
              <a:ext uri="{FF2B5EF4-FFF2-40B4-BE49-F238E27FC236}">
                <a16:creationId xmlns:a16="http://schemas.microsoft.com/office/drawing/2014/main" id="{20E655E2-A708-4F49-908A-D306DD91851D}"/>
              </a:ext>
            </a:extLst>
          </p:cNvPr>
          <p:cNvSpPr>
            <a:spLocks xmlns:a="http://schemas.openxmlformats.org/drawingml/2006/main" noGrp="1"/>
          </p:cNvSpPr>
          <p:nvPr/>
        </p:nvSpPr>
        <p:spPr>
          <a:xfrm xmlns:a="http://schemas.openxmlformats.org/drawingml/2006/main">
            <a:off x="628650" y="5857875"/>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9665B"/>
                </a:solidFill>
                <a:latin typeface="Arial"/>
                <a:ea typeface="Arial"/>
                <a:cs typeface="Arial"/>
              </a:defRPr>
            </a:defPPr>
            <a:lvl1pPr>
              <a:defRPr sz="1875" b="1">
                <a:solidFill>
                  <a:srgbClr val="19665B"/>
                </a:solidFill>
                <a:latin typeface="Arial"/>
                <a:ea typeface="Arial"/>
                <a:cs typeface="Arial"/>
              </a:defRPr>
            </a:lvl1pPr>
            <a:lvl2pPr>
              <a:defRPr sz="1875" b="1">
                <a:solidFill>
                  <a:srgbClr val="19665B"/>
                </a:solidFill>
                <a:latin typeface="Arial"/>
                <a:ea typeface="Arial"/>
                <a:cs typeface="Arial"/>
              </a:defRPr>
            </a:lvl2pPr>
            <a:lvl3pPr>
              <a:defRPr sz="1875" b="1">
                <a:solidFill>
                  <a:srgbClr val="19665B"/>
                </a:solidFill>
                <a:latin typeface="Arial"/>
                <a:ea typeface="Arial"/>
                <a:cs typeface="Arial"/>
              </a:defRPr>
            </a:lvl3pPr>
            <a:lvl4pPr>
              <a:defRPr sz="1875" b="1">
                <a:solidFill>
                  <a:srgbClr val="19665B"/>
                </a:solidFill>
                <a:latin typeface="Arial"/>
                <a:ea typeface="Arial"/>
                <a:cs typeface="Arial"/>
              </a:defRPr>
            </a:lvl4pPr>
            <a:lvl5pPr>
              <a:defRPr sz="1875" b="1">
                <a:solidFill>
                  <a:srgbClr val="19665B"/>
                </a:solidFill>
                <a:latin typeface="Arial"/>
                <a:ea typeface="Arial"/>
                <a:cs typeface="Arial"/>
              </a:defRPr>
            </a:lvl5pPr>
            <a:lvl6pPr>
              <a:defRPr sz="1875" b="1">
                <a:solidFill>
                  <a:srgbClr val="19665B"/>
                </a:solidFill>
                <a:latin typeface="Arial"/>
                <a:ea typeface="Arial"/>
                <a:cs typeface="Arial"/>
              </a:defRPr>
            </a:lvl6pPr>
            <a:lvl7pPr>
              <a:defRPr sz="1875" b="1">
                <a:solidFill>
                  <a:srgbClr val="19665B"/>
                </a:solidFill>
                <a:latin typeface="Arial"/>
                <a:ea typeface="Arial"/>
                <a:cs typeface="Arial"/>
              </a:defRPr>
            </a:lvl7pPr>
            <a:lvl8pPr>
              <a:defRPr sz="1875" b="1">
                <a:solidFill>
                  <a:srgbClr val="19665B"/>
                </a:solidFill>
                <a:latin typeface="Arial"/>
                <a:ea typeface="Arial"/>
                <a:cs typeface="Arial"/>
              </a:defRPr>
            </a:lvl8pPr>
            <a:lvl9pPr>
              <a:defRPr sz="1875" b="1">
                <a:solidFill>
                  <a:srgbClr val="19665B"/>
                </a:solidFill>
                <a:latin typeface="Arial"/>
                <a:ea typeface="Arial"/>
                <a:cs typeface="Arial"/>
              </a:defRPr>
            </a:lvl9pPr>
          </a:lstStyle>
          <a:p xmlns:a="http://schemas.openxmlformats.org/drawingml/2006/main">
            <a:pPr>
              <a:defRPr sz="1875" b="1">
                <a:solidFill>
                  <a:srgbClr val="19665B"/>
                </a:solidFill>
                <a:latin typeface="Arial"/>
                <a:ea typeface="Arial"/>
                <a:cs typeface="Arial"/>
              </a:defRPr>
            </a:pPr>
            <a:r>
              <a:rPr sz="1875" b="1">
                <a:solidFill>
                  <a:srgbClr val="19665B"/>
                </a:solidFill>
                <a:latin typeface="Arial"/>
                <a:ea typeface="Arial"/>
                <a:cs typeface="Arial"/>
              </a:rPr>
              <a:t>Высокий fit не закрывает вопрос найма. Человеческое подтверждение</a:t>
            </a:r>
          </a:p>
          <a:p xmlns:a="http://schemas.openxmlformats.org/drawingml/2006/main">
            <a:pPr>
              <a:defRPr sz="1875" b="1">
                <a:solidFill>
                  <a:srgbClr val="19665B"/>
                </a:solidFill>
                <a:latin typeface="Arial"/>
                <a:ea typeface="Arial"/>
                <a:cs typeface="Arial"/>
              </a:defRPr>
            </a:pPr>
            <a:r>
              <a:rPr sz="1875" b="1">
                <a:solidFill>
                  <a:srgbClr val="19665B"/>
                </a:solidFill>
                <a:latin typeface="Arial"/>
                <a:ea typeface="Arial"/>
                <a:cs typeface="Arial"/>
              </a:rPr>
              <a:t>назначения хранится отдельно от машинной рекомендации.</a:t>
            </a:r>
          </a:p>
        </p:txBody>
      </p:sp>
    </p:spTree>
    <p:extLst>
      <p:ext uri="{BB962C8B-B14F-4D97-AF65-F5344CB8AC3E}">
        <p14:creationId xmlns:p14="http://schemas.microsoft.com/office/powerpoint/2010/main" val="6694462"/>
      </p:ext>
    </p:extLst>
  </p:cSld>
</p:sld>
</file>

<file path=ppt/slides/slide1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80491081-8517-478F-86E2-AC522D257378}"/>
              </a:ext>
            </a:extLst>
          </p:cNvPr>
          <p:cNvSpPr>
            <a:spLocks xmlns:a="http://schemas.openxmlformats.org/drawingml/2006/main" noGrp="1"/>
          </p:cNvSpPr>
          <p:nvPr/>
        </p:nvSpPr>
        <p:spPr>
          <a:xfrm xmlns:a="http://schemas.openxmlformats.org/drawingml/2006/main">
            <a:off x="609600" y="533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92C2A"/>
                </a:solidFill>
                <a:latin typeface="Arial"/>
                <a:ea typeface="Arial"/>
                <a:cs typeface="Arial"/>
              </a:defRPr>
            </a:defPPr>
            <a:lvl1pPr>
              <a:defRPr sz="3225" b="1">
                <a:solidFill>
                  <a:srgbClr val="192C2A"/>
                </a:solidFill>
                <a:latin typeface="Arial"/>
                <a:ea typeface="Arial"/>
                <a:cs typeface="Arial"/>
              </a:defRPr>
            </a:lvl1pPr>
            <a:lvl2pPr>
              <a:defRPr sz="3225" b="1">
                <a:solidFill>
                  <a:srgbClr val="192C2A"/>
                </a:solidFill>
                <a:latin typeface="Arial"/>
                <a:ea typeface="Arial"/>
                <a:cs typeface="Arial"/>
              </a:defRPr>
            </a:lvl2pPr>
            <a:lvl3pPr>
              <a:defRPr sz="3225" b="1">
                <a:solidFill>
                  <a:srgbClr val="192C2A"/>
                </a:solidFill>
                <a:latin typeface="Arial"/>
                <a:ea typeface="Arial"/>
                <a:cs typeface="Arial"/>
              </a:defRPr>
            </a:lvl3pPr>
            <a:lvl4pPr>
              <a:defRPr sz="3225" b="1">
                <a:solidFill>
                  <a:srgbClr val="192C2A"/>
                </a:solidFill>
                <a:latin typeface="Arial"/>
                <a:ea typeface="Arial"/>
                <a:cs typeface="Arial"/>
              </a:defRPr>
            </a:lvl4pPr>
            <a:lvl5pPr>
              <a:defRPr sz="3225" b="1">
                <a:solidFill>
                  <a:srgbClr val="192C2A"/>
                </a:solidFill>
                <a:latin typeface="Arial"/>
                <a:ea typeface="Arial"/>
                <a:cs typeface="Arial"/>
              </a:defRPr>
            </a:lvl5pPr>
            <a:lvl6pPr>
              <a:defRPr sz="3225" b="1">
                <a:solidFill>
                  <a:srgbClr val="192C2A"/>
                </a:solidFill>
                <a:latin typeface="Arial"/>
                <a:ea typeface="Arial"/>
                <a:cs typeface="Arial"/>
              </a:defRPr>
            </a:lvl6pPr>
            <a:lvl7pPr>
              <a:defRPr sz="3225" b="1">
                <a:solidFill>
                  <a:srgbClr val="192C2A"/>
                </a:solidFill>
                <a:latin typeface="Arial"/>
                <a:ea typeface="Arial"/>
                <a:cs typeface="Arial"/>
              </a:defRPr>
            </a:lvl7pPr>
            <a:lvl8pPr>
              <a:defRPr sz="3225" b="1">
                <a:solidFill>
                  <a:srgbClr val="192C2A"/>
                </a:solidFill>
                <a:latin typeface="Arial"/>
                <a:ea typeface="Arial"/>
                <a:cs typeface="Arial"/>
              </a:defRPr>
            </a:lvl8pPr>
            <a:lvl9pPr>
              <a:defRPr sz="3225" b="1">
                <a:solidFill>
                  <a:srgbClr val="192C2A"/>
                </a:solidFill>
                <a:latin typeface="Arial"/>
                <a:ea typeface="Arial"/>
                <a:cs typeface="Arial"/>
              </a:defRPr>
            </a:lvl9pPr>
          </a:lstStyle>
          <a:p xmlns:a="http://schemas.openxmlformats.org/drawingml/2006/main">
            <a:pPr>
              <a:defRPr sz="3225" b="1">
                <a:solidFill>
                  <a:srgbClr val="192C2A"/>
                </a:solidFill>
                <a:latin typeface="Arial"/>
                <a:ea typeface="Arial"/>
                <a:cs typeface="Arial"/>
              </a:defRPr>
            </a:pPr>
            <a:r>
              <a:rPr sz="3225" b="1">
                <a:solidFill>
                  <a:srgbClr val="192C2A"/>
                </a:solidFill>
                <a:latin typeface="Arial"/>
                <a:ea typeface="Arial"/>
                <a:cs typeface="Arial"/>
              </a:rPr>
              <a:t>Человеческая разметка создаёт эталон gold</a:t>
            </a:r>
          </a:p>
        </p:txBody>
      </p:sp>
      <p:sp>
        <p:nvSpPr>
          <p:cNvPr id="2" name="subtitle">
            <a:extLst xmlns:a="http://schemas.openxmlformats.org/drawingml/2006/main">
              <a:ext uri="{FF2B5EF4-FFF2-40B4-BE49-F238E27FC236}">
                <a16:creationId xmlns:a16="http://schemas.microsoft.com/office/drawing/2014/main" id="{7323E3F6-4A2C-40F0-971A-1656532E4ABC}"/>
              </a:ext>
            </a:extLst>
          </p:cNvPr>
          <p:cNvSpPr>
            <a:spLocks xmlns:a="http://schemas.openxmlformats.org/drawingml/2006/main" noGrp="1"/>
          </p:cNvSpPr>
          <p:nvPr/>
        </p:nvSpPr>
        <p:spPr>
          <a:xfrm xmlns:a="http://schemas.openxmlformats.org/drawingml/2006/main">
            <a:off x="628650" y="146685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25D"/>
                </a:solidFill>
                <a:latin typeface="Arial"/>
                <a:ea typeface="Arial"/>
                <a:cs typeface="Arial"/>
              </a:defRPr>
            </a:defPPr>
            <a:lvl1pPr>
              <a:defRPr sz="1875" b="0">
                <a:solidFill>
                  <a:srgbClr val="52625D"/>
                </a:solidFill>
                <a:latin typeface="Arial"/>
                <a:ea typeface="Arial"/>
                <a:cs typeface="Arial"/>
              </a:defRPr>
            </a:lvl1pPr>
            <a:lvl2pPr>
              <a:defRPr sz="1875" b="0">
                <a:solidFill>
                  <a:srgbClr val="52625D"/>
                </a:solidFill>
                <a:latin typeface="Arial"/>
                <a:ea typeface="Arial"/>
                <a:cs typeface="Arial"/>
              </a:defRPr>
            </a:lvl2pPr>
            <a:lvl3pPr>
              <a:defRPr sz="1875" b="0">
                <a:solidFill>
                  <a:srgbClr val="52625D"/>
                </a:solidFill>
                <a:latin typeface="Arial"/>
                <a:ea typeface="Arial"/>
                <a:cs typeface="Arial"/>
              </a:defRPr>
            </a:lvl3pPr>
            <a:lvl4pPr>
              <a:defRPr sz="1875" b="0">
                <a:solidFill>
                  <a:srgbClr val="52625D"/>
                </a:solidFill>
                <a:latin typeface="Arial"/>
                <a:ea typeface="Arial"/>
                <a:cs typeface="Arial"/>
              </a:defRPr>
            </a:lvl4pPr>
            <a:lvl5pPr>
              <a:defRPr sz="1875" b="0">
                <a:solidFill>
                  <a:srgbClr val="52625D"/>
                </a:solidFill>
                <a:latin typeface="Arial"/>
                <a:ea typeface="Arial"/>
                <a:cs typeface="Arial"/>
              </a:defRPr>
            </a:lvl5pPr>
            <a:lvl6pPr>
              <a:defRPr sz="1875" b="0">
                <a:solidFill>
                  <a:srgbClr val="52625D"/>
                </a:solidFill>
                <a:latin typeface="Arial"/>
                <a:ea typeface="Arial"/>
                <a:cs typeface="Arial"/>
              </a:defRPr>
            </a:lvl6pPr>
            <a:lvl7pPr>
              <a:defRPr sz="1875" b="0">
                <a:solidFill>
                  <a:srgbClr val="52625D"/>
                </a:solidFill>
                <a:latin typeface="Arial"/>
                <a:ea typeface="Arial"/>
                <a:cs typeface="Arial"/>
              </a:defRPr>
            </a:lvl7pPr>
            <a:lvl8pPr>
              <a:defRPr sz="1875" b="0">
                <a:solidFill>
                  <a:srgbClr val="52625D"/>
                </a:solidFill>
                <a:latin typeface="Arial"/>
                <a:ea typeface="Arial"/>
                <a:cs typeface="Arial"/>
              </a:defRPr>
            </a:lvl8pPr>
            <a:lvl9pPr>
              <a:defRPr sz="1875" b="0">
                <a:solidFill>
                  <a:srgbClr val="52625D"/>
                </a:solidFill>
                <a:latin typeface="Arial"/>
                <a:ea typeface="Arial"/>
                <a:cs typeface="Arial"/>
              </a:defRPr>
            </a:lvl9pPr>
          </a:lstStyle>
          <a:p xmlns:a="http://schemas.openxmlformats.org/drawingml/2006/main">
            <a:pPr>
              <a:defRPr sz="1875" b="0">
                <a:solidFill>
                  <a:srgbClr val="52625D"/>
                </a:solidFill>
                <a:latin typeface="Arial"/>
                <a:ea typeface="Arial"/>
                <a:cs typeface="Arial"/>
              </a:defRPr>
            </a:pPr>
            <a:r>
              <a:rPr sz="1875" b="0">
                <a:solidFill>
                  <a:srgbClr val="52625D"/>
                </a:solidFill>
                <a:latin typeface="Arial"/>
                <a:ea typeface="Arial"/>
                <a:cs typeface="Arial"/>
              </a:rPr>
              <a:t>В слепой очереди человек читает исходник без машинных оценок</a:t>
            </a:r>
          </a:p>
        </p:txBody>
      </p:sp>
      <p:sp>
        <p:nvSpPr>
          <p:cNvPr id="3" name="slide-number">
            <a:extLst xmlns:a="http://schemas.openxmlformats.org/drawingml/2006/main">
              <a:ext uri="{FF2B5EF4-FFF2-40B4-BE49-F238E27FC236}">
                <a16:creationId xmlns:a16="http://schemas.microsoft.com/office/drawing/2014/main" id="{0667A282-3E43-47B6-8A86-40484EAF6AFC}"/>
              </a:ext>
            </a:extLst>
          </p:cNvPr>
          <p:cNvSpPr>
            <a:spLocks xmlns:a="http://schemas.openxmlformats.org/drawingml/2006/main" noGrp="1"/>
          </p:cNvSpPr>
          <p:nvPr/>
        </p:nvSpPr>
        <p:spPr>
          <a:xfrm xmlns:a="http://schemas.openxmlformats.org/drawingml/2006/main">
            <a:off x="11239500"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25D"/>
                </a:solidFill>
                <a:latin typeface="Arial"/>
                <a:ea typeface="Arial"/>
                <a:cs typeface="Arial"/>
              </a:defRPr>
            </a:defPPr>
            <a:lvl1pPr>
              <a:defRPr sz="1350" b="0">
                <a:solidFill>
                  <a:srgbClr val="52625D"/>
                </a:solidFill>
                <a:latin typeface="Arial"/>
                <a:ea typeface="Arial"/>
                <a:cs typeface="Arial"/>
              </a:defRPr>
            </a:lvl1pPr>
            <a:lvl2pPr>
              <a:defRPr sz="1350" b="0">
                <a:solidFill>
                  <a:srgbClr val="52625D"/>
                </a:solidFill>
                <a:latin typeface="Arial"/>
                <a:ea typeface="Arial"/>
                <a:cs typeface="Arial"/>
              </a:defRPr>
            </a:lvl2pPr>
            <a:lvl3pPr>
              <a:defRPr sz="1350" b="0">
                <a:solidFill>
                  <a:srgbClr val="52625D"/>
                </a:solidFill>
                <a:latin typeface="Arial"/>
                <a:ea typeface="Arial"/>
                <a:cs typeface="Arial"/>
              </a:defRPr>
            </a:lvl3pPr>
            <a:lvl4pPr>
              <a:defRPr sz="1350" b="0">
                <a:solidFill>
                  <a:srgbClr val="52625D"/>
                </a:solidFill>
                <a:latin typeface="Arial"/>
                <a:ea typeface="Arial"/>
                <a:cs typeface="Arial"/>
              </a:defRPr>
            </a:lvl4pPr>
            <a:lvl5pPr>
              <a:defRPr sz="1350" b="0">
                <a:solidFill>
                  <a:srgbClr val="52625D"/>
                </a:solidFill>
                <a:latin typeface="Arial"/>
                <a:ea typeface="Arial"/>
                <a:cs typeface="Arial"/>
              </a:defRPr>
            </a:lvl5pPr>
            <a:lvl6pPr>
              <a:defRPr sz="1350" b="0">
                <a:solidFill>
                  <a:srgbClr val="52625D"/>
                </a:solidFill>
                <a:latin typeface="Arial"/>
                <a:ea typeface="Arial"/>
                <a:cs typeface="Arial"/>
              </a:defRPr>
            </a:lvl6pPr>
            <a:lvl7pPr>
              <a:defRPr sz="1350" b="0">
                <a:solidFill>
                  <a:srgbClr val="52625D"/>
                </a:solidFill>
                <a:latin typeface="Arial"/>
                <a:ea typeface="Arial"/>
                <a:cs typeface="Arial"/>
              </a:defRPr>
            </a:lvl7pPr>
            <a:lvl8pPr>
              <a:defRPr sz="1350" b="0">
                <a:solidFill>
                  <a:srgbClr val="52625D"/>
                </a:solidFill>
                <a:latin typeface="Arial"/>
                <a:ea typeface="Arial"/>
                <a:cs typeface="Arial"/>
              </a:defRPr>
            </a:lvl8pPr>
            <a:lvl9pPr>
              <a:defRPr sz="1350" b="0">
                <a:solidFill>
                  <a:srgbClr val="52625D"/>
                </a:solidFill>
                <a:latin typeface="Arial"/>
                <a:ea typeface="Arial"/>
                <a:cs typeface="Arial"/>
              </a:defRPr>
            </a:lvl9pPr>
          </a:lstStyle>
          <a:p xmlns:a="http://schemas.openxmlformats.org/drawingml/2006/main">
            <a:pPr>
              <a:defRPr sz="1350" b="0">
                <a:solidFill>
                  <a:srgbClr val="52625D"/>
                </a:solidFill>
                <a:latin typeface="Arial"/>
                <a:ea typeface="Arial"/>
                <a:cs typeface="Arial"/>
              </a:defRPr>
            </a:pPr>
            <a:r>
              <a:rPr sz="1350" b="0">
                <a:solidFill>
                  <a:srgbClr val="52625D"/>
                </a:solidFill>
                <a:latin typeface="Arial"/>
                <a:ea typeface="Arial"/>
                <a:cs typeface="Arial"/>
              </a:rPr>
              <a:t>12</a:t>
            </a:r>
          </a:p>
        </p:txBody>
      </p:sp>
      <p:sp>
        <p:nvSpPr>
          <p:cNvPr id="4" name="text">
            <a:extLst xmlns:a="http://schemas.openxmlformats.org/drawingml/2006/main">
              <a:ext uri="{FF2B5EF4-FFF2-40B4-BE49-F238E27FC236}">
                <a16:creationId xmlns:a16="http://schemas.microsoft.com/office/drawing/2014/main" id="{3CC4C651-39BB-43FF-A25F-39725A74C3A3}"/>
              </a:ext>
            </a:extLst>
          </p:cNvPr>
          <p:cNvSpPr>
            <a:spLocks xmlns:a="http://schemas.openxmlformats.org/drawingml/2006/main" noGrp="1"/>
          </p:cNvSpPr>
          <p:nvPr/>
        </p:nvSpPr>
        <p:spPr>
          <a:xfrm xmlns:a="http://schemas.openxmlformats.org/drawingml/2006/main">
            <a:off x="628650" y="2286000"/>
            <a:ext cx="552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9665B"/>
                </a:solidFill>
                <a:latin typeface="Arial"/>
                <a:ea typeface="Arial"/>
                <a:cs typeface="Arial"/>
              </a:defRPr>
            </a:defPPr>
            <a:lvl1pPr>
              <a:defRPr sz="2100" b="1">
                <a:solidFill>
                  <a:srgbClr val="19665B"/>
                </a:solidFill>
                <a:latin typeface="Arial"/>
                <a:ea typeface="Arial"/>
                <a:cs typeface="Arial"/>
              </a:defRPr>
            </a:lvl1pPr>
            <a:lvl2pPr>
              <a:defRPr sz="2100" b="1">
                <a:solidFill>
                  <a:srgbClr val="19665B"/>
                </a:solidFill>
                <a:latin typeface="Arial"/>
                <a:ea typeface="Arial"/>
                <a:cs typeface="Arial"/>
              </a:defRPr>
            </a:lvl2pPr>
            <a:lvl3pPr>
              <a:defRPr sz="2100" b="1">
                <a:solidFill>
                  <a:srgbClr val="19665B"/>
                </a:solidFill>
                <a:latin typeface="Arial"/>
                <a:ea typeface="Arial"/>
                <a:cs typeface="Arial"/>
              </a:defRPr>
            </a:lvl3pPr>
            <a:lvl4pPr>
              <a:defRPr sz="2100" b="1">
                <a:solidFill>
                  <a:srgbClr val="19665B"/>
                </a:solidFill>
                <a:latin typeface="Arial"/>
                <a:ea typeface="Arial"/>
                <a:cs typeface="Arial"/>
              </a:defRPr>
            </a:lvl4pPr>
            <a:lvl5pPr>
              <a:defRPr sz="2100" b="1">
                <a:solidFill>
                  <a:srgbClr val="19665B"/>
                </a:solidFill>
                <a:latin typeface="Arial"/>
                <a:ea typeface="Arial"/>
                <a:cs typeface="Arial"/>
              </a:defRPr>
            </a:lvl5pPr>
            <a:lvl6pPr>
              <a:defRPr sz="2100" b="1">
                <a:solidFill>
                  <a:srgbClr val="19665B"/>
                </a:solidFill>
                <a:latin typeface="Arial"/>
                <a:ea typeface="Arial"/>
                <a:cs typeface="Arial"/>
              </a:defRPr>
            </a:lvl6pPr>
            <a:lvl7pPr>
              <a:defRPr sz="2100" b="1">
                <a:solidFill>
                  <a:srgbClr val="19665B"/>
                </a:solidFill>
                <a:latin typeface="Arial"/>
                <a:ea typeface="Arial"/>
                <a:cs typeface="Arial"/>
              </a:defRPr>
            </a:lvl7pPr>
            <a:lvl8pPr>
              <a:defRPr sz="2100" b="1">
                <a:solidFill>
                  <a:srgbClr val="19665B"/>
                </a:solidFill>
                <a:latin typeface="Arial"/>
                <a:ea typeface="Arial"/>
                <a:cs typeface="Arial"/>
              </a:defRPr>
            </a:lvl8pPr>
            <a:lvl9pPr>
              <a:defRPr sz="2100" b="1">
                <a:solidFill>
                  <a:srgbClr val="19665B"/>
                </a:solidFill>
                <a:latin typeface="Arial"/>
                <a:ea typeface="Arial"/>
                <a:cs typeface="Arial"/>
              </a:defRPr>
            </a:lvl9pPr>
          </a:lstStyle>
          <a:p xmlns:a="http://schemas.openxmlformats.org/drawingml/2006/main">
            <a:pPr>
              <a:defRPr sz="2100" b="1">
                <a:solidFill>
                  <a:srgbClr val="19665B"/>
                </a:solidFill>
                <a:latin typeface="Arial"/>
                <a:ea typeface="Arial"/>
                <a:cs typeface="Arial"/>
              </a:defRPr>
            </a:pPr>
            <a:r>
              <a:rPr sz="2100" b="1">
                <a:solidFill>
                  <a:srgbClr val="19665B"/>
                </a:solidFill>
                <a:latin typeface="Arial"/>
                <a:ea typeface="Arial"/>
                <a:cs typeface="Arial"/>
              </a:rPr>
              <a:t>Три решения по вакансии</a:t>
            </a:r>
          </a:p>
        </p:txBody>
      </p:sp>
      <p:sp>
        <p:nvSpPr>
          <p:cNvPr id="5" name="text">
            <a:extLst xmlns:a="http://schemas.openxmlformats.org/drawingml/2006/main">
              <a:ext uri="{FF2B5EF4-FFF2-40B4-BE49-F238E27FC236}">
                <a16:creationId xmlns:a16="http://schemas.microsoft.com/office/drawing/2014/main" id="{FC3AE276-A761-4050-A6B5-F068EF512265}"/>
              </a:ext>
            </a:extLst>
          </p:cNvPr>
          <p:cNvSpPr>
            <a:spLocks xmlns:a="http://schemas.openxmlformats.org/drawingml/2006/main" noGrp="1"/>
          </p:cNvSpPr>
          <p:nvPr/>
        </p:nvSpPr>
        <p:spPr>
          <a:xfrm xmlns:a="http://schemas.openxmlformats.org/drawingml/2006/main">
            <a:off x="628650" y="2857500"/>
            <a:ext cx="4810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92C2A"/>
                </a:solidFill>
                <a:latin typeface="Arial"/>
                <a:ea typeface="Arial"/>
                <a:cs typeface="Arial"/>
              </a:defRPr>
            </a:defPPr>
            <a:lvl1pPr>
              <a:defRPr sz="2175" b="0">
                <a:solidFill>
                  <a:srgbClr val="192C2A"/>
                </a:solidFill>
                <a:latin typeface="Arial"/>
                <a:ea typeface="Arial"/>
                <a:cs typeface="Arial"/>
              </a:defRPr>
            </a:lvl1pPr>
            <a:lvl2pPr>
              <a:defRPr sz="2175" b="0">
                <a:solidFill>
                  <a:srgbClr val="192C2A"/>
                </a:solidFill>
                <a:latin typeface="Arial"/>
                <a:ea typeface="Arial"/>
                <a:cs typeface="Arial"/>
              </a:defRPr>
            </a:lvl2pPr>
            <a:lvl3pPr>
              <a:defRPr sz="2175" b="0">
                <a:solidFill>
                  <a:srgbClr val="192C2A"/>
                </a:solidFill>
                <a:latin typeface="Arial"/>
                <a:ea typeface="Arial"/>
                <a:cs typeface="Arial"/>
              </a:defRPr>
            </a:lvl3pPr>
            <a:lvl4pPr>
              <a:defRPr sz="2175" b="0">
                <a:solidFill>
                  <a:srgbClr val="192C2A"/>
                </a:solidFill>
                <a:latin typeface="Arial"/>
                <a:ea typeface="Arial"/>
                <a:cs typeface="Arial"/>
              </a:defRPr>
            </a:lvl4pPr>
            <a:lvl5pPr>
              <a:defRPr sz="2175" b="0">
                <a:solidFill>
                  <a:srgbClr val="192C2A"/>
                </a:solidFill>
                <a:latin typeface="Arial"/>
                <a:ea typeface="Arial"/>
                <a:cs typeface="Arial"/>
              </a:defRPr>
            </a:lvl5pPr>
            <a:lvl6pPr>
              <a:defRPr sz="2175" b="0">
                <a:solidFill>
                  <a:srgbClr val="192C2A"/>
                </a:solidFill>
                <a:latin typeface="Arial"/>
                <a:ea typeface="Arial"/>
                <a:cs typeface="Arial"/>
              </a:defRPr>
            </a:lvl6pPr>
            <a:lvl7pPr>
              <a:defRPr sz="2175" b="0">
                <a:solidFill>
                  <a:srgbClr val="192C2A"/>
                </a:solidFill>
                <a:latin typeface="Arial"/>
                <a:ea typeface="Arial"/>
                <a:cs typeface="Arial"/>
              </a:defRPr>
            </a:lvl7pPr>
            <a:lvl8pPr>
              <a:defRPr sz="2175" b="0">
                <a:solidFill>
                  <a:srgbClr val="192C2A"/>
                </a:solidFill>
                <a:latin typeface="Arial"/>
                <a:ea typeface="Arial"/>
                <a:cs typeface="Arial"/>
              </a:defRPr>
            </a:lvl8pPr>
            <a:lvl9pPr>
              <a:defRPr sz="2175" b="0">
                <a:solidFill>
                  <a:srgbClr val="192C2A"/>
                </a:solidFill>
                <a:latin typeface="Arial"/>
                <a:ea typeface="Arial"/>
                <a:cs typeface="Arial"/>
              </a:defRPr>
            </a:lvl9pPr>
          </a:lstStyle>
          <a:p xmlns:a="http://schemas.openxmlformats.org/drawingml/2006/main">
            <a:pPr>
              <a:defRPr sz="2175" b="0">
                <a:solidFill>
                  <a:srgbClr val="192C2A"/>
                </a:solidFill>
                <a:latin typeface="Arial"/>
                <a:ea typeface="Arial"/>
                <a:cs typeface="Arial"/>
              </a:defRPr>
            </a:pPr>
            <a:r>
              <a:rPr sz="2175" b="0">
                <a:solidFill>
                  <a:srgbClr val="192C2A"/>
                </a:solidFill>
                <a:latin typeface="Arial"/>
                <a:ea typeface="Arial"/>
                <a:cs typeface="Arial"/>
              </a:rPr>
              <a:t>Одна профессия.</a:t>
            </a:r>
          </a:p>
          <a:p xmlns:a="http://schemas.openxmlformats.org/drawingml/2006/main">
            <a:pPr>
              <a:defRPr sz="2175" b="0">
                <a:solidFill>
                  <a:srgbClr val="192C2A"/>
                </a:solidFill>
                <a:latin typeface="Arial"/>
                <a:ea typeface="Arial"/>
                <a:cs typeface="Arial"/>
              </a:defRPr>
            </a:pPr>
            <a:r>
              <a:rPr sz="2175" b="0">
                <a:solidFill>
                  <a:srgbClr val="192C2A"/>
                </a:solidFill>
                <a:latin typeface="Arial"/>
                <a:ea typeface="Arial"/>
                <a:cs typeface="Arial"/>
              </a:rPr>
              <a:t>Одна релевантность 0–3.</a:t>
            </a:r>
          </a:p>
          <a:p xmlns:a="http://schemas.openxmlformats.org/drawingml/2006/main">
            <a:pPr>
              <a:defRPr sz="2175" b="0">
                <a:solidFill>
                  <a:srgbClr val="192C2A"/>
                </a:solidFill>
                <a:latin typeface="Arial"/>
                <a:ea typeface="Arial"/>
                <a:cs typeface="Arial"/>
              </a:defRPr>
            </a:pPr>
            <a:r>
              <a:rPr sz="2175" b="0">
                <a:solidFill>
                  <a:srgbClr val="192C2A"/>
                </a:solidFill>
                <a:latin typeface="Arial"/>
                <a:ea typeface="Arial"/>
                <a:cs typeface="Arial"/>
              </a:rPr>
              <a:t>Условия найма: eligible,</a:t>
            </a:r>
          </a:p>
          <a:p xmlns:a="http://schemas.openxmlformats.org/drawingml/2006/main">
            <a:pPr>
              <a:defRPr sz="2175" b="0">
                <a:solidFill>
                  <a:srgbClr val="192C2A"/>
                </a:solidFill>
                <a:latin typeface="Arial"/>
                <a:ea typeface="Arial"/>
                <a:cs typeface="Arial"/>
              </a:defRPr>
            </a:pPr>
            <a:r>
              <a:rPr sz="2175" b="0">
                <a:solidFill>
                  <a:srgbClr val="192C2A"/>
                </a:solidFill>
                <a:latin typeface="Arial"/>
                <a:ea typeface="Arial"/>
                <a:cs typeface="Arial"/>
              </a:rPr>
              <a:t>ineligible или unknown.</a:t>
            </a:r>
          </a:p>
        </p:txBody>
      </p:sp>
      <p:sp>
        <p:nvSpPr>
          <p:cNvPr id="6" name="text">
            <a:extLst xmlns:a="http://schemas.openxmlformats.org/drawingml/2006/main">
              <a:ext uri="{FF2B5EF4-FFF2-40B4-BE49-F238E27FC236}">
                <a16:creationId xmlns:a16="http://schemas.microsoft.com/office/drawing/2014/main" id="{FAE04503-B412-411D-B27A-D56339AF3A2B}"/>
              </a:ext>
            </a:extLst>
          </p:cNvPr>
          <p:cNvSpPr>
            <a:spLocks xmlns:a="http://schemas.openxmlformats.org/drawingml/2006/main" noGrp="1"/>
          </p:cNvSpPr>
          <p:nvPr/>
        </p:nvSpPr>
        <p:spPr>
          <a:xfrm xmlns:a="http://schemas.openxmlformats.org/drawingml/2006/main">
            <a:off x="6419850" y="228600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9665B"/>
                </a:solidFill>
                <a:latin typeface="Arial"/>
                <a:ea typeface="Arial"/>
                <a:cs typeface="Arial"/>
              </a:defRPr>
            </a:defPPr>
            <a:lvl1pPr>
              <a:defRPr sz="2100" b="1">
                <a:solidFill>
                  <a:srgbClr val="19665B"/>
                </a:solidFill>
                <a:latin typeface="Arial"/>
                <a:ea typeface="Arial"/>
                <a:cs typeface="Arial"/>
              </a:defRPr>
            </a:lvl1pPr>
            <a:lvl2pPr>
              <a:defRPr sz="2100" b="1">
                <a:solidFill>
                  <a:srgbClr val="19665B"/>
                </a:solidFill>
                <a:latin typeface="Arial"/>
                <a:ea typeface="Arial"/>
                <a:cs typeface="Arial"/>
              </a:defRPr>
            </a:lvl2pPr>
            <a:lvl3pPr>
              <a:defRPr sz="2100" b="1">
                <a:solidFill>
                  <a:srgbClr val="19665B"/>
                </a:solidFill>
                <a:latin typeface="Arial"/>
                <a:ea typeface="Arial"/>
                <a:cs typeface="Arial"/>
              </a:defRPr>
            </a:lvl3pPr>
            <a:lvl4pPr>
              <a:defRPr sz="2100" b="1">
                <a:solidFill>
                  <a:srgbClr val="19665B"/>
                </a:solidFill>
                <a:latin typeface="Arial"/>
                <a:ea typeface="Arial"/>
                <a:cs typeface="Arial"/>
              </a:defRPr>
            </a:lvl4pPr>
            <a:lvl5pPr>
              <a:defRPr sz="2100" b="1">
                <a:solidFill>
                  <a:srgbClr val="19665B"/>
                </a:solidFill>
                <a:latin typeface="Arial"/>
                <a:ea typeface="Arial"/>
                <a:cs typeface="Arial"/>
              </a:defRPr>
            </a:lvl5pPr>
            <a:lvl6pPr>
              <a:defRPr sz="2100" b="1">
                <a:solidFill>
                  <a:srgbClr val="19665B"/>
                </a:solidFill>
                <a:latin typeface="Arial"/>
                <a:ea typeface="Arial"/>
                <a:cs typeface="Arial"/>
              </a:defRPr>
            </a:lvl6pPr>
            <a:lvl7pPr>
              <a:defRPr sz="2100" b="1">
                <a:solidFill>
                  <a:srgbClr val="19665B"/>
                </a:solidFill>
                <a:latin typeface="Arial"/>
                <a:ea typeface="Arial"/>
                <a:cs typeface="Arial"/>
              </a:defRPr>
            </a:lvl7pPr>
            <a:lvl8pPr>
              <a:defRPr sz="2100" b="1">
                <a:solidFill>
                  <a:srgbClr val="19665B"/>
                </a:solidFill>
                <a:latin typeface="Arial"/>
                <a:ea typeface="Arial"/>
                <a:cs typeface="Arial"/>
              </a:defRPr>
            </a:lvl8pPr>
            <a:lvl9pPr>
              <a:defRPr sz="2100" b="1">
                <a:solidFill>
                  <a:srgbClr val="19665B"/>
                </a:solidFill>
                <a:latin typeface="Arial"/>
                <a:ea typeface="Arial"/>
                <a:cs typeface="Arial"/>
              </a:defRPr>
            </a:lvl9pPr>
          </a:lstStyle>
          <a:p xmlns:a="http://schemas.openxmlformats.org/drawingml/2006/main">
            <a:pPr>
              <a:defRPr sz="2100" b="1">
                <a:solidFill>
                  <a:srgbClr val="19665B"/>
                </a:solidFill>
                <a:latin typeface="Arial"/>
                <a:ea typeface="Arial"/>
                <a:cs typeface="Arial"/>
              </a:defRPr>
            </a:pPr>
            <a:r>
              <a:rPr sz="2100" b="1">
                <a:solidFill>
                  <a:srgbClr val="19665B"/>
                </a:solidFill>
                <a:latin typeface="Arial"/>
                <a:ea typeface="Arial"/>
                <a:cs typeface="Arial"/>
              </a:rPr>
              <a:t>Шкала релевантности</a:t>
            </a:r>
          </a:p>
        </p:txBody>
      </p:sp>
      <p:sp>
        <p:nvSpPr>
          <p:cNvPr id="7" name="text">
            <a:extLst xmlns:a="http://schemas.openxmlformats.org/drawingml/2006/main">
              <a:ext uri="{FF2B5EF4-FFF2-40B4-BE49-F238E27FC236}">
                <a16:creationId xmlns:a16="http://schemas.microsoft.com/office/drawing/2014/main" id="{8099909F-DA38-4000-874B-16C7DA83D856}"/>
              </a:ext>
            </a:extLst>
          </p:cNvPr>
          <p:cNvSpPr>
            <a:spLocks xmlns:a="http://schemas.openxmlformats.org/drawingml/2006/main" noGrp="1"/>
          </p:cNvSpPr>
          <p:nvPr/>
        </p:nvSpPr>
        <p:spPr>
          <a:xfrm xmlns:a="http://schemas.openxmlformats.org/drawingml/2006/main">
            <a:off x="6419850" y="2857500"/>
            <a:ext cx="4953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92C2A"/>
                </a:solidFill>
                <a:latin typeface="Arial"/>
                <a:ea typeface="Arial"/>
                <a:cs typeface="Arial"/>
              </a:defRPr>
            </a:defPPr>
            <a:lvl1pPr>
              <a:defRPr sz="2175" b="0">
                <a:solidFill>
                  <a:srgbClr val="192C2A"/>
                </a:solidFill>
                <a:latin typeface="Arial"/>
                <a:ea typeface="Arial"/>
                <a:cs typeface="Arial"/>
              </a:defRPr>
            </a:lvl1pPr>
            <a:lvl2pPr>
              <a:defRPr sz="2175" b="0">
                <a:solidFill>
                  <a:srgbClr val="192C2A"/>
                </a:solidFill>
                <a:latin typeface="Arial"/>
                <a:ea typeface="Arial"/>
                <a:cs typeface="Arial"/>
              </a:defRPr>
            </a:lvl2pPr>
            <a:lvl3pPr>
              <a:defRPr sz="2175" b="0">
                <a:solidFill>
                  <a:srgbClr val="192C2A"/>
                </a:solidFill>
                <a:latin typeface="Arial"/>
                <a:ea typeface="Arial"/>
                <a:cs typeface="Arial"/>
              </a:defRPr>
            </a:lvl3pPr>
            <a:lvl4pPr>
              <a:defRPr sz="2175" b="0">
                <a:solidFill>
                  <a:srgbClr val="192C2A"/>
                </a:solidFill>
                <a:latin typeface="Arial"/>
                <a:ea typeface="Arial"/>
                <a:cs typeface="Arial"/>
              </a:defRPr>
            </a:lvl4pPr>
            <a:lvl5pPr>
              <a:defRPr sz="2175" b="0">
                <a:solidFill>
                  <a:srgbClr val="192C2A"/>
                </a:solidFill>
                <a:latin typeface="Arial"/>
                <a:ea typeface="Arial"/>
                <a:cs typeface="Arial"/>
              </a:defRPr>
            </a:lvl5pPr>
            <a:lvl6pPr>
              <a:defRPr sz="2175" b="0">
                <a:solidFill>
                  <a:srgbClr val="192C2A"/>
                </a:solidFill>
                <a:latin typeface="Arial"/>
                <a:ea typeface="Arial"/>
                <a:cs typeface="Arial"/>
              </a:defRPr>
            </a:lvl6pPr>
            <a:lvl7pPr>
              <a:defRPr sz="2175" b="0">
                <a:solidFill>
                  <a:srgbClr val="192C2A"/>
                </a:solidFill>
                <a:latin typeface="Arial"/>
                <a:ea typeface="Arial"/>
                <a:cs typeface="Arial"/>
              </a:defRPr>
            </a:lvl7pPr>
            <a:lvl8pPr>
              <a:defRPr sz="2175" b="0">
                <a:solidFill>
                  <a:srgbClr val="192C2A"/>
                </a:solidFill>
                <a:latin typeface="Arial"/>
                <a:ea typeface="Arial"/>
                <a:cs typeface="Arial"/>
              </a:defRPr>
            </a:lvl8pPr>
            <a:lvl9pPr>
              <a:defRPr sz="2175" b="0">
                <a:solidFill>
                  <a:srgbClr val="192C2A"/>
                </a:solidFill>
                <a:latin typeface="Arial"/>
                <a:ea typeface="Arial"/>
                <a:cs typeface="Arial"/>
              </a:defRPr>
            </a:lvl9pPr>
          </a:lstStyle>
          <a:p xmlns:a="http://schemas.openxmlformats.org/drawingml/2006/main">
            <a:pPr>
              <a:defRPr sz="2175" b="0">
                <a:solidFill>
                  <a:srgbClr val="192C2A"/>
                </a:solidFill>
                <a:latin typeface="Arial"/>
                <a:ea typeface="Arial"/>
                <a:cs typeface="Arial"/>
              </a:defRPr>
            </a:pPr>
            <a:r>
              <a:rPr sz="2175" b="0">
                <a:solidFill>
                  <a:srgbClr val="192C2A"/>
                </a:solidFill>
                <a:latin typeface="Arial"/>
                <a:ea typeface="Arial"/>
                <a:cs typeface="Arial"/>
              </a:rPr>
              <a:t>0  Не подходит</a:t>
            </a:r>
          </a:p>
          <a:p xmlns:a="http://schemas.openxmlformats.org/drawingml/2006/main">
            <a:pPr>
              <a:defRPr sz="2175" b="0">
                <a:solidFill>
                  <a:srgbClr val="192C2A"/>
                </a:solidFill>
                <a:latin typeface="Arial"/>
                <a:ea typeface="Arial"/>
                <a:cs typeface="Arial"/>
              </a:defRPr>
            </a:pPr>
            <a:r>
              <a:rPr sz="2175" b="0">
                <a:solidFill>
                  <a:srgbClr val="192C2A"/>
                </a:solidFill>
                <a:latin typeface="Arial"/>
                <a:ea typeface="Arial"/>
                <a:cs typeface="Arial"/>
              </a:rPr>
              <a:t>1  Сомнительно</a:t>
            </a:r>
          </a:p>
          <a:p xmlns:a="http://schemas.openxmlformats.org/drawingml/2006/main">
            <a:pPr>
              <a:defRPr sz="2175" b="0">
                <a:solidFill>
                  <a:srgbClr val="192C2A"/>
                </a:solidFill>
                <a:latin typeface="Arial"/>
                <a:ea typeface="Arial"/>
                <a:cs typeface="Arial"/>
              </a:defRPr>
            </a:pPr>
            <a:r>
              <a:rPr sz="2175" b="0">
                <a:solidFill>
                  <a:srgbClr val="192C2A"/>
                </a:solidFill>
                <a:latin typeface="Arial"/>
                <a:ea typeface="Arial"/>
                <a:cs typeface="Arial"/>
              </a:rPr>
              <a:t>2  Стоит рассмотреть</a:t>
            </a:r>
          </a:p>
          <a:p xmlns:a="http://schemas.openxmlformats.org/drawingml/2006/main">
            <a:pPr>
              <a:defRPr sz="2175" b="0">
                <a:solidFill>
                  <a:srgbClr val="192C2A"/>
                </a:solidFill>
                <a:latin typeface="Arial"/>
                <a:ea typeface="Arial"/>
                <a:cs typeface="Arial"/>
              </a:defRPr>
            </a:pPr>
            <a:r>
              <a:rPr sz="2175" b="0">
                <a:solidFill>
                  <a:srgbClr val="192C2A"/>
                </a:solidFill>
                <a:latin typeface="Arial"/>
                <a:ea typeface="Arial"/>
                <a:cs typeface="Arial"/>
              </a:rPr>
              <a:t>3  Сильное совпадение</a:t>
            </a:r>
          </a:p>
        </p:txBody>
      </p:sp>
      <p:sp>
        <p:nvSpPr>
          <p:cNvPr id="8" name="text">
            <a:extLst xmlns:a="http://schemas.openxmlformats.org/drawingml/2006/main">
              <a:ext uri="{FF2B5EF4-FFF2-40B4-BE49-F238E27FC236}">
                <a16:creationId xmlns:a16="http://schemas.microsoft.com/office/drawing/2014/main" id="{C26A4637-4ED8-41AD-B462-E18237C48FD4}"/>
              </a:ext>
            </a:extLst>
          </p:cNvPr>
          <p:cNvSpPr>
            <a:spLocks xmlns:a="http://schemas.openxmlformats.org/drawingml/2006/main" noGrp="1"/>
          </p:cNvSpPr>
          <p:nvPr/>
        </p:nvSpPr>
        <p:spPr>
          <a:xfrm xmlns:a="http://schemas.openxmlformats.org/drawingml/2006/main">
            <a:off x="628650" y="523875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9665B"/>
                </a:solidFill>
                <a:latin typeface="Arial"/>
                <a:ea typeface="Arial"/>
                <a:cs typeface="Arial"/>
              </a:defRPr>
            </a:defPPr>
            <a:lvl1pPr>
              <a:defRPr sz="1950" b="0">
                <a:solidFill>
                  <a:srgbClr val="19665B"/>
                </a:solidFill>
                <a:latin typeface="Arial"/>
                <a:ea typeface="Arial"/>
                <a:cs typeface="Arial"/>
              </a:defRPr>
            </a:lvl1pPr>
            <a:lvl2pPr>
              <a:defRPr sz="1950" b="0">
                <a:solidFill>
                  <a:srgbClr val="19665B"/>
                </a:solidFill>
                <a:latin typeface="Arial"/>
                <a:ea typeface="Arial"/>
                <a:cs typeface="Arial"/>
              </a:defRPr>
            </a:lvl2pPr>
            <a:lvl3pPr>
              <a:defRPr sz="1950" b="0">
                <a:solidFill>
                  <a:srgbClr val="19665B"/>
                </a:solidFill>
                <a:latin typeface="Arial"/>
                <a:ea typeface="Arial"/>
                <a:cs typeface="Arial"/>
              </a:defRPr>
            </a:lvl3pPr>
            <a:lvl4pPr>
              <a:defRPr sz="1950" b="0">
                <a:solidFill>
                  <a:srgbClr val="19665B"/>
                </a:solidFill>
                <a:latin typeface="Arial"/>
                <a:ea typeface="Arial"/>
                <a:cs typeface="Arial"/>
              </a:defRPr>
            </a:lvl4pPr>
            <a:lvl5pPr>
              <a:defRPr sz="1950" b="0">
                <a:solidFill>
                  <a:srgbClr val="19665B"/>
                </a:solidFill>
                <a:latin typeface="Arial"/>
                <a:ea typeface="Arial"/>
                <a:cs typeface="Arial"/>
              </a:defRPr>
            </a:lvl5pPr>
            <a:lvl6pPr>
              <a:defRPr sz="1950" b="0">
                <a:solidFill>
                  <a:srgbClr val="19665B"/>
                </a:solidFill>
                <a:latin typeface="Arial"/>
                <a:ea typeface="Arial"/>
                <a:cs typeface="Arial"/>
              </a:defRPr>
            </a:lvl6pPr>
            <a:lvl7pPr>
              <a:defRPr sz="1950" b="0">
                <a:solidFill>
                  <a:srgbClr val="19665B"/>
                </a:solidFill>
                <a:latin typeface="Arial"/>
                <a:ea typeface="Arial"/>
                <a:cs typeface="Arial"/>
              </a:defRPr>
            </a:lvl7pPr>
            <a:lvl8pPr>
              <a:defRPr sz="1950" b="0">
                <a:solidFill>
                  <a:srgbClr val="19665B"/>
                </a:solidFill>
                <a:latin typeface="Arial"/>
                <a:ea typeface="Arial"/>
                <a:cs typeface="Arial"/>
              </a:defRPr>
            </a:lvl8pPr>
            <a:lvl9pPr>
              <a:defRPr sz="1950" b="0">
                <a:solidFill>
                  <a:srgbClr val="19665B"/>
                </a:solidFill>
                <a:latin typeface="Arial"/>
                <a:ea typeface="Arial"/>
                <a:cs typeface="Arial"/>
              </a:defRPr>
            </a:lvl9pPr>
          </a:lstStyle>
          <a:p xmlns:a="http://schemas.openxmlformats.org/drawingml/2006/main">
            <a:pPr>
              <a:defRPr sz="1950" b="0">
                <a:solidFill>
                  <a:srgbClr val="19665B"/>
                </a:solidFill>
                <a:latin typeface="Arial"/>
                <a:ea typeface="Arial"/>
                <a:cs typeface="Arial"/>
              </a:defRPr>
            </a:pPr>
            <a:r>
              <a:rPr sz="1950" b="0">
                <a:solidFill>
                  <a:srgbClr val="19665B"/>
                </a:solidFill>
                <a:latin typeface="Arial"/>
                <a:ea typeface="Arial"/>
                <a:cs typeface="Arial"/>
              </a:rPr>
              <a:t>Для метрик положительны 2 и 3. Unknown означает ответ, пустое поле: пропуск.</a:t>
            </a:r>
          </a:p>
          <a:p xmlns:a="http://schemas.openxmlformats.org/drawingml/2006/main">
            <a:pPr>
              <a:defRPr sz="1950" b="0">
                <a:solidFill>
                  <a:srgbClr val="19665B"/>
                </a:solidFill>
                <a:latin typeface="Arial"/>
                <a:ea typeface="Arial"/>
                <a:cs typeface="Arial"/>
              </a:defRPr>
            </a:pPr>
            <a:r>
              <a:rPr sz="1950" b="0">
                <a:solidFill>
                  <a:srgbClr val="19665B"/>
                </a:solidFill>
                <a:latin typeface="Arial"/>
                <a:ea typeface="Arial"/>
                <a:cs typeface="Arial"/>
              </a:rPr>
              <a:t>Подробная разметка дополняет решения фактическими тегами с цитатами.</a:t>
            </a:r>
          </a:p>
        </p:txBody>
      </p:sp>
    </p:spTree>
    <p:extLst>
      <p:ext uri="{BB962C8B-B14F-4D97-AF65-F5344CB8AC3E}">
        <p14:creationId xmlns:p14="http://schemas.microsoft.com/office/powerpoint/2010/main" val="1882627877"/>
      </p:ext>
    </p:extLst>
  </p:cSld>
</p:sld>
</file>

<file path=ppt/slides/slide1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7CEEEC8A-C4BC-4DEE-AB45-462EC1279897}"/>
              </a:ext>
            </a:extLst>
          </p:cNvPr>
          <p:cNvSpPr>
            <a:spLocks xmlns:a="http://schemas.openxmlformats.org/drawingml/2006/main" noGrp="1"/>
          </p:cNvSpPr>
          <p:nvPr/>
        </p:nvSpPr>
        <p:spPr>
          <a:xfrm xmlns:a="http://schemas.openxmlformats.org/drawingml/2006/main">
            <a:off x="609600" y="533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92C2A"/>
                </a:solidFill>
                <a:latin typeface="Arial"/>
                <a:ea typeface="Arial"/>
                <a:cs typeface="Arial"/>
              </a:defRPr>
            </a:defPPr>
            <a:lvl1pPr>
              <a:defRPr sz="3225" b="1">
                <a:solidFill>
                  <a:srgbClr val="192C2A"/>
                </a:solidFill>
                <a:latin typeface="Arial"/>
                <a:ea typeface="Arial"/>
                <a:cs typeface="Arial"/>
              </a:defRPr>
            </a:lvl1pPr>
            <a:lvl2pPr>
              <a:defRPr sz="3225" b="1">
                <a:solidFill>
                  <a:srgbClr val="192C2A"/>
                </a:solidFill>
                <a:latin typeface="Arial"/>
                <a:ea typeface="Arial"/>
                <a:cs typeface="Arial"/>
              </a:defRPr>
            </a:lvl2pPr>
            <a:lvl3pPr>
              <a:defRPr sz="3225" b="1">
                <a:solidFill>
                  <a:srgbClr val="192C2A"/>
                </a:solidFill>
                <a:latin typeface="Arial"/>
                <a:ea typeface="Arial"/>
                <a:cs typeface="Arial"/>
              </a:defRPr>
            </a:lvl3pPr>
            <a:lvl4pPr>
              <a:defRPr sz="3225" b="1">
                <a:solidFill>
                  <a:srgbClr val="192C2A"/>
                </a:solidFill>
                <a:latin typeface="Arial"/>
                <a:ea typeface="Arial"/>
                <a:cs typeface="Arial"/>
              </a:defRPr>
            </a:lvl4pPr>
            <a:lvl5pPr>
              <a:defRPr sz="3225" b="1">
                <a:solidFill>
                  <a:srgbClr val="192C2A"/>
                </a:solidFill>
                <a:latin typeface="Arial"/>
                <a:ea typeface="Arial"/>
                <a:cs typeface="Arial"/>
              </a:defRPr>
            </a:lvl5pPr>
            <a:lvl6pPr>
              <a:defRPr sz="3225" b="1">
                <a:solidFill>
                  <a:srgbClr val="192C2A"/>
                </a:solidFill>
                <a:latin typeface="Arial"/>
                <a:ea typeface="Arial"/>
                <a:cs typeface="Arial"/>
              </a:defRPr>
            </a:lvl6pPr>
            <a:lvl7pPr>
              <a:defRPr sz="3225" b="1">
                <a:solidFill>
                  <a:srgbClr val="192C2A"/>
                </a:solidFill>
                <a:latin typeface="Arial"/>
                <a:ea typeface="Arial"/>
                <a:cs typeface="Arial"/>
              </a:defRPr>
            </a:lvl7pPr>
            <a:lvl8pPr>
              <a:defRPr sz="3225" b="1">
                <a:solidFill>
                  <a:srgbClr val="192C2A"/>
                </a:solidFill>
                <a:latin typeface="Arial"/>
                <a:ea typeface="Arial"/>
                <a:cs typeface="Arial"/>
              </a:defRPr>
            </a:lvl8pPr>
            <a:lvl9pPr>
              <a:defRPr sz="3225" b="1">
                <a:solidFill>
                  <a:srgbClr val="192C2A"/>
                </a:solidFill>
                <a:latin typeface="Arial"/>
                <a:ea typeface="Arial"/>
                <a:cs typeface="Arial"/>
              </a:defRPr>
            </a:lvl9pPr>
          </a:lstStyle>
          <a:p xmlns:a="http://schemas.openxmlformats.org/drawingml/2006/main">
            <a:pPr>
              <a:defRPr sz="3225" b="1">
                <a:solidFill>
                  <a:srgbClr val="192C2A"/>
                </a:solidFill>
                <a:latin typeface="Arial"/>
                <a:ea typeface="Arial"/>
                <a:cs typeface="Arial"/>
              </a:defRPr>
            </a:pPr>
            <a:r>
              <a:rPr sz="3225" b="1">
                <a:solidFill>
                  <a:srgbClr val="192C2A"/>
                </a:solidFill>
                <a:latin typeface="Arial"/>
                <a:ea typeface="Arial"/>
                <a:cs typeface="Arial"/>
              </a:rPr>
              <a:t>CRM связывает выбранную вакансию с действием</a:t>
            </a:r>
          </a:p>
        </p:txBody>
      </p:sp>
      <p:sp>
        <p:nvSpPr>
          <p:cNvPr id="2" name="subtitle">
            <a:extLst xmlns:a="http://schemas.openxmlformats.org/drawingml/2006/main">
              <a:ext uri="{FF2B5EF4-FFF2-40B4-BE49-F238E27FC236}">
                <a16:creationId xmlns:a16="http://schemas.microsoft.com/office/drawing/2014/main" id="{E77D576F-415E-4BB1-8F30-D30FFF56E72F}"/>
              </a:ext>
            </a:extLst>
          </p:cNvPr>
          <p:cNvSpPr>
            <a:spLocks xmlns:a="http://schemas.openxmlformats.org/drawingml/2006/main" noGrp="1"/>
          </p:cNvSpPr>
          <p:nvPr/>
        </p:nvSpPr>
        <p:spPr>
          <a:xfrm xmlns:a="http://schemas.openxmlformats.org/drawingml/2006/main">
            <a:off x="628650" y="146685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25D"/>
                </a:solidFill>
                <a:latin typeface="Arial"/>
                <a:ea typeface="Arial"/>
                <a:cs typeface="Arial"/>
              </a:defRPr>
            </a:defPPr>
            <a:lvl1pPr>
              <a:defRPr sz="1875" b="0">
                <a:solidFill>
                  <a:srgbClr val="52625D"/>
                </a:solidFill>
                <a:latin typeface="Arial"/>
                <a:ea typeface="Arial"/>
                <a:cs typeface="Arial"/>
              </a:defRPr>
            </a:lvl1pPr>
            <a:lvl2pPr>
              <a:defRPr sz="1875" b="0">
                <a:solidFill>
                  <a:srgbClr val="52625D"/>
                </a:solidFill>
                <a:latin typeface="Arial"/>
                <a:ea typeface="Arial"/>
                <a:cs typeface="Arial"/>
              </a:defRPr>
            </a:lvl2pPr>
            <a:lvl3pPr>
              <a:defRPr sz="1875" b="0">
                <a:solidFill>
                  <a:srgbClr val="52625D"/>
                </a:solidFill>
                <a:latin typeface="Arial"/>
                <a:ea typeface="Arial"/>
                <a:cs typeface="Arial"/>
              </a:defRPr>
            </a:lvl3pPr>
            <a:lvl4pPr>
              <a:defRPr sz="1875" b="0">
                <a:solidFill>
                  <a:srgbClr val="52625D"/>
                </a:solidFill>
                <a:latin typeface="Arial"/>
                <a:ea typeface="Arial"/>
                <a:cs typeface="Arial"/>
              </a:defRPr>
            </a:lvl4pPr>
            <a:lvl5pPr>
              <a:defRPr sz="1875" b="0">
                <a:solidFill>
                  <a:srgbClr val="52625D"/>
                </a:solidFill>
                <a:latin typeface="Arial"/>
                <a:ea typeface="Arial"/>
                <a:cs typeface="Arial"/>
              </a:defRPr>
            </a:lvl5pPr>
            <a:lvl6pPr>
              <a:defRPr sz="1875" b="0">
                <a:solidFill>
                  <a:srgbClr val="52625D"/>
                </a:solidFill>
                <a:latin typeface="Arial"/>
                <a:ea typeface="Arial"/>
                <a:cs typeface="Arial"/>
              </a:defRPr>
            </a:lvl6pPr>
            <a:lvl7pPr>
              <a:defRPr sz="1875" b="0">
                <a:solidFill>
                  <a:srgbClr val="52625D"/>
                </a:solidFill>
                <a:latin typeface="Arial"/>
                <a:ea typeface="Arial"/>
                <a:cs typeface="Arial"/>
              </a:defRPr>
            </a:lvl7pPr>
            <a:lvl8pPr>
              <a:defRPr sz="1875" b="0">
                <a:solidFill>
                  <a:srgbClr val="52625D"/>
                </a:solidFill>
                <a:latin typeface="Arial"/>
                <a:ea typeface="Arial"/>
                <a:cs typeface="Arial"/>
              </a:defRPr>
            </a:lvl8pPr>
            <a:lvl9pPr>
              <a:defRPr sz="1875" b="0">
                <a:solidFill>
                  <a:srgbClr val="52625D"/>
                </a:solidFill>
                <a:latin typeface="Arial"/>
                <a:ea typeface="Arial"/>
                <a:cs typeface="Arial"/>
              </a:defRPr>
            </a:lvl9pPr>
          </a:lstStyle>
          <a:p xmlns:a="http://schemas.openxmlformats.org/drawingml/2006/main">
            <a:pPr>
              <a:defRPr sz="1875" b="0">
                <a:solidFill>
                  <a:srgbClr val="52625D"/>
                </a:solidFill>
                <a:latin typeface="Arial"/>
                <a:ea typeface="Arial"/>
                <a:cs typeface="Arial"/>
              </a:defRPr>
            </a:pPr>
            <a:r>
              <a:rPr sz="1875" b="0">
                <a:solidFill>
                  <a:srgbClr val="52625D"/>
                </a:solidFill>
                <a:latin typeface="Arial"/>
                <a:ea typeface="Arial"/>
                <a:cs typeface="Arial"/>
              </a:rPr>
              <a:t>Сначала человек решает, для чего полезна вакансия: следующая работа или практика</a:t>
            </a:r>
          </a:p>
        </p:txBody>
      </p:sp>
      <p:sp>
        <p:nvSpPr>
          <p:cNvPr id="3" name="slide-number">
            <a:extLst xmlns:a="http://schemas.openxmlformats.org/drawingml/2006/main">
              <a:ext uri="{FF2B5EF4-FFF2-40B4-BE49-F238E27FC236}">
                <a16:creationId xmlns:a16="http://schemas.microsoft.com/office/drawing/2014/main" id="{0280CC9B-4257-44F7-A58A-2AB1A3A22810}"/>
              </a:ext>
            </a:extLst>
          </p:cNvPr>
          <p:cNvSpPr>
            <a:spLocks xmlns:a="http://schemas.openxmlformats.org/drawingml/2006/main" noGrp="1"/>
          </p:cNvSpPr>
          <p:nvPr/>
        </p:nvSpPr>
        <p:spPr>
          <a:xfrm xmlns:a="http://schemas.openxmlformats.org/drawingml/2006/main">
            <a:off x="11239500"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25D"/>
                </a:solidFill>
                <a:latin typeface="Arial"/>
                <a:ea typeface="Arial"/>
                <a:cs typeface="Arial"/>
              </a:defRPr>
            </a:defPPr>
            <a:lvl1pPr>
              <a:defRPr sz="1350" b="0">
                <a:solidFill>
                  <a:srgbClr val="52625D"/>
                </a:solidFill>
                <a:latin typeface="Arial"/>
                <a:ea typeface="Arial"/>
                <a:cs typeface="Arial"/>
              </a:defRPr>
            </a:lvl1pPr>
            <a:lvl2pPr>
              <a:defRPr sz="1350" b="0">
                <a:solidFill>
                  <a:srgbClr val="52625D"/>
                </a:solidFill>
                <a:latin typeface="Arial"/>
                <a:ea typeface="Arial"/>
                <a:cs typeface="Arial"/>
              </a:defRPr>
            </a:lvl2pPr>
            <a:lvl3pPr>
              <a:defRPr sz="1350" b="0">
                <a:solidFill>
                  <a:srgbClr val="52625D"/>
                </a:solidFill>
                <a:latin typeface="Arial"/>
                <a:ea typeface="Arial"/>
                <a:cs typeface="Arial"/>
              </a:defRPr>
            </a:lvl3pPr>
            <a:lvl4pPr>
              <a:defRPr sz="1350" b="0">
                <a:solidFill>
                  <a:srgbClr val="52625D"/>
                </a:solidFill>
                <a:latin typeface="Arial"/>
                <a:ea typeface="Arial"/>
                <a:cs typeface="Arial"/>
              </a:defRPr>
            </a:lvl4pPr>
            <a:lvl5pPr>
              <a:defRPr sz="1350" b="0">
                <a:solidFill>
                  <a:srgbClr val="52625D"/>
                </a:solidFill>
                <a:latin typeface="Arial"/>
                <a:ea typeface="Arial"/>
                <a:cs typeface="Arial"/>
              </a:defRPr>
            </a:lvl5pPr>
            <a:lvl6pPr>
              <a:defRPr sz="1350" b="0">
                <a:solidFill>
                  <a:srgbClr val="52625D"/>
                </a:solidFill>
                <a:latin typeface="Arial"/>
                <a:ea typeface="Arial"/>
                <a:cs typeface="Arial"/>
              </a:defRPr>
            </a:lvl6pPr>
            <a:lvl7pPr>
              <a:defRPr sz="1350" b="0">
                <a:solidFill>
                  <a:srgbClr val="52625D"/>
                </a:solidFill>
                <a:latin typeface="Arial"/>
                <a:ea typeface="Arial"/>
                <a:cs typeface="Arial"/>
              </a:defRPr>
            </a:lvl7pPr>
            <a:lvl8pPr>
              <a:defRPr sz="1350" b="0">
                <a:solidFill>
                  <a:srgbClr val="52625D"/>
                </a:solidFill>
                <a:latin typeface="Arial"/>
                <a:ea typeface="Arial"/>
                <a:cs typeface="Arial"/>
              </a:defRPr>
            </a:lvl8pPr>
            <a:lvl9pPr>
              <a:defRPr sz="1350" b="0">
                <a:solidFill>
                  <a:srgbClr val="52625D"/>
                </a:solidFill>
                <a:latin typeface="Arial"/>
                <a:ea typeface="Arial"/>
                <a:cs typeface="Arial"/>
              </a:defRPr>
            </a:lvl9pPr>
          </a:lstStyle>
          <a:p xmlns:a="http://schemas.openxmlformats.org/drawingml/2006/main">
            <a:pPr>
              <a:defRPr sz="1350" b="0">
                <a:solidFill>
                  <a:srgbClr val="52625D"/>
                </a:solidFill>
                <a:latin typeface="Arial"/>
                <a:ea typeface="Arial"/>
                <a:cs typeface="Arial"/>
              </a:defRPr>
            </a:pPr>
            <a:r>
              <a:rPr sz="1350" b="0">
                <a:solidFill>
                  <a:srgbClr val="52625D"/>
                </a:solidFill>
                <a:latin typeface="Arial"/>
                <a:ea typeface="Arial"/>
                <a:cs typeface="Arial"/>
              </a:rPr>
              <a:t>13</a:t>
            </a:r>
          </a:p>
        </p:txBody>
      </p:sp>
      <p:sp>
        <p:nvSpPr>
          <p:cNvPr id="4" name="text">
            <a:extLst xmlns:a="http://schemas.openxmlformats.org/drawingml/2006/main">
              <a:ext uri="{FF2B5EF4-FFF2-40B4-BE49-F238E27FC236}">
                <a16:creationId xmlns:a16="http://schemas.microsoft.com/office/drawing/2014/main" id="{9D2F6952-A19C-465F-ABED-34E56D4BD03C}"/>
              </a:ext>
            </a:extLst>
          </p:cNvPr>
          <p:cNvSpPr>
            <a:spLocks xmlns:a="http://schemas.openxmlformats.org/drawingml/2006/main" noGrp="1"/>
          </p:cNvSpPr>
          <p:nvPr/>
        </p:nvSpPr>
        <p:spPr>
          <a:xfrm xmlns:a="http://schemas.openxmlformats.org/drawingml/2006/main">
            <a:off x="628650" y="2333625"/>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9665B"/>
                </a:solidFill>
                <a:latin typeface="Arial"/>
                <a:ea typeface="Arial"/>
                <a:cs typeface="Arial"/>
              </a:defRPr>
            </a:defPPr>
            <a:lvl1pPr>
              <a:defRPr sz="2850" b="1">
                <a:solidFill>
                  <a:srgbClr val="19665B"/>
                </a:solidFill>
                <a:latin typeface="Arial"/>
                <a:ea typeface="Arial"/>
                <a:cs typeface="Arial"/>
              </a:defRPr>
            </a:lvl1pPr>
            <a:lvl2pPr>
              <a:defRPr sz="2850" b="1">
                <a:solidFill>
                  <a:srgbClr val="19665B"/>
                </a:solidFill>
                <a:latin typeface="Arial"/>
                <a:ea typeface="Arial"/>
                <a:cs typeface="Arial"/>
              </a:defRPr>
            </a:lvl2pPr>
            <a:lvl3pPr>
              <a:defRPr sz="2850" b="1">
                <a:solidFill>
                  <a:srgbClr val="19665B"/>
                </a:solidFill>
                <a:latin typeface="Arial"/>
                <a:ea typeface="Arial"/>
                <a:cs typeface="Arial"/>
              </a:defRPr>
            </a:lvl3pPr>
            <a:lvl4pPr>
              <a:defRPr sz="2850" b="1">
                <a:solidFill>
                  <a:srgbClr val="19665B"/>
                </a:solidFill>
                <a:latin typeface="Arial"/>
                <a:ea typeface="Arial"/>
                <a:cs typeface="Arial"/>
              </a:defRPr>
            </a:lvl4pPr>
            <a:lvl5pPr>
              <a:defRPr sz="2850" b="1">
                <a:solidFill>
                  <a:srgbClr val="19665B"/>
                </a:solidFill>
                <a:latin typeface="Arial"/>
                <a:ea typeface="Arial"/>
                <a:cs typeface="Arial"/>
              </a:defRPr>
            </a:lvl5pPr>
            <a:lvl6pPr>
              <a:defRPr sz="2850" b="1">
                <a:solidFill>
                  <a:srgbClr val="19665B"/>
                </a:solidFill>
                <a:latin typeface="Arial"/>
                <a:ea typeface="Arial"/>
                <a:cs typeface="Arial"/>
              </a:defRPr>
            </a:lvl6pPr>
            <a:lvl7pPr>
              <a:defRPr sz="2850" b="1">
                <a:solidFill>
                  <a:srgbClr val="19665B"/>
                </a:solidFill>
                <a:latin typeface="Arial"/>
                <a:ea typeface="Arial"/>
                <a:cs typeface="Arial"/>
              </a:defRPr>
            </a:lvl7pPr>
            <a:lvl8pPr>
              <a:defRPr sz="2850" b="1">
                <a:solidFill>
                  <a:srgbClr val="19665B"/>
                </a:solidFill>
                <a:latin typeface="Arial"/>
                <a:ea typeface="Arial"/>
                <a:cs typeface="Arial"/>
              </a:defRPr>
            </a:lvl8pPr>
            <a:lvl9pPr>
              <a:defRPr sz="2850" b="1">
                <a:solidFill>
                  <a:srgbClr val="19665B"/>
                </a:solidFill>
                <a:latin typeface="Arial"/>
                <a:ea typeface="Arial"/>
                <a:cs typeface="Arial"/>
              </a:defRPr>
            </a:lvl9pPr>
          </a:lstStyle>
          <a:p xmlns:a="http://schemas.openxmlformats.org/drawingml/2006/main">
            <a:pPr>
              <a:defRPr sz="2850" b="1">
                <a:solidFill>
                  <a:srgbClr val="19665B"/>
                </a:solidFill>
                <a:latin typeface="Arial"/>
                <a:ea typeface="Arial"/>
                <a:cs typeface="Arial"/>
              </a:defRPr>
            </a:pPr>
            <a:r>
              <a:rPr sz="2850" b="1">
                <a:solidFill>
                  <a:srgbClr val="19665B"/>
                </a:solidFill>
                <a:latin typeface="Arial"/>
                <a:ea typeface="Arial"/>
                <a:cs typeface="Arial"/>
              </a:rPr>
              <a:t>01</a:t>
            </a:r>
          </a:p>
        </p:txBody>
      </p:sp>
      <p:sp>
        <p:nvSpPr>
          <p:cNvPr id="5" name="text">
            <a:extLst xmlns:a="http://schemas.openxmlformats.org/drawingml/2006/main">
              <a:ext uri="{FF2B5EF4-FFF2-40B4-BE49-F238E27FC236}">
                <a16:creationId xmlns:a16="http://schemas.microsoft.com/office/drawing/2014/main" id="{3A838702-8C2E-4A64-B313-F14F72237EDD}"/>
              </a:ext>
            </a:extLst>
          </p:cNvPr>
          <p:cNvSpPr>
            <a:spLocks xmlns:a="http://schemas.openxmlformats.org/drawingml/2006/main" noGrp="1"/>
          </p:cNvSpPr>
          <p:nvPr/>
        </p:nvSpPr>
        <p:spPr>
          <a:xfrm xmlns:a="http://schemas.openxmlformats.org/drawingml/2006/main">
            <a:off x="1666875" y="23336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92C2A"/>
                </a:solidFill>
                <a:latin typeface="Arial"/>
                <a:ea typeface="Arial"/>
                <a:cs typeface="Arial"/>
              </a:defRPr>
            </a:defPPr>
            <a:lvl1pPr>
              <a:defRPr sz="2175" b="1">
                <a:solidFill>
                  <a:srgbClr val="192C2A"/>
                </a:solidFill>
                <a:latin typeface="Arial"/>
                <a:ea typeface="Arial"/>
                <a:cs typeface="Arial"/>
              </a:defRPr>
            </a:lvl1pPr>
            <a:lvl2pPr>
              <a:defRPr sz="2175" b="1">
                <a:solidFill>
                  <a:srgbClr val="192C2A"/>
                </a:solidFill>
                <a:latin typeface="Arial"/>
                <a:ea typeface="Arial"/>
                <a:cs typeface="Arial"/>
              </a:defRPr>
            </a:lvl2pPr>
            <a:lvl3pPr>
              <a:defRPr sz="2175" b="1">
                <a:solidFill>
                  <a:srgbClr val="192C2A"/>
                </a:solidFill>
                <a:latin typeface="Arial"/>
                <a:ea typeface="Arial"/>
                <a:cs typeface="Arial"/>
              </a:defRPr>
            </a:lvl3pPr>
            <a:lvl4pPr>
              <a:defRPr sz="2175" b="1">
                <a:solidFill>
                  <a:srgbClr val="192C2A"/>
                </a:solidFill>
                <a:latin typeface="Arial"/>
                <a:ea typeface="Arial"/>
                <a:cs typeface="Arial"/>
              </a:defRPr>
            </a:lvl4pPr>
            <a:lvl5pPr>
              <a:defRPr sz="2175" b="1">
                <a:solidFill>
                  <a:srgbClr val="192C2A"/>
                </a:solidFill>
                <a:latin typeface="Arial"/>
                <a:ea typeface="Arial"/>
                <a:cs typeface="Arial"/>
              </a:defRPr>
            </a:lvl5pPr>
            <a:lvl6pPr>
              <a:defRPr sz="2175" b="1">
                <a:solidFill>
                  <a:srgbClr val="192C2A"/>
                </a:solidFill>
                <a:latin typeface="Arial"/>
                <a:ea typeface="Arial"/>
                <a:cs typeface="Arial"/>
              </a:defRPr>
            </a:lvl6pPr>
            <a:lvl7pPr>
              <a:defRPr sz="2175" b="1">
                <a:solidFill>
                  <a:srgbClr val="192C2A"/>
                </a:solidFill>
                <a:latin typeface="Arial"/>
                <a:ea typeface="Arial"/>
                <a:cs typeface="Arial"/>
              </a:defRPr>
            </a:lvl7pPr>
            <a:lvl8pPr>
              <a:defRPr sz="2175" b="1">
                <a:solidFill>
                  <a:srgbClr val="192C2A"/>
                </a:solidFill>
                <a:latin typeface="Arial"/>
                <a:ea typeface="Arial"/>
                <a:cs typeface="Arial"/>
              </a:defRPr>
            </a:lvl8pPr>
            <a:lvl9pPr>
              <a:defRPr sz="2175" b="1">
                <a:solidFill>
                  <a:srgbClr val="192C2A"/>
                </a:solidFill>
                <a:latin typeface="Arial"/>
                <a:ea typeface="Arial"/>
                <a:cs typeface="Arial"/>
              </a:defRPr>
            </a:lvl9pPr>
          </a:lstStyle>
          <a:p xmlns:a="http://schemas.openxmlformats.org/drawingml/2006/main">
            <a:pPr>
              <a:defRPr sz="2175" b="1">
                <a:solidFill>
                  <a:srgbClr val="192C2A"/>
                </a:solidFill>
                <a:latin typeface="Arial"/>
                <a:ea typeface="Arial"/>
                <a:cs typeface="Arial"/>
              </a:defRPr>
            </a:pPr>
            <a:r>
              <a:rPr sz="2175" b="1">
                <a:solidFill>
                  <a:srgbClr val="192C2A"/>
                </a:solidFill>
                <a:latin typeface="Arial"/>
                <a:ea typeface="Arial"/>
                <a:cs typeface="Arial"/>
              </a:rPr>
              <a:t>Назначение</a:t>
            </a:r>
          </a:p>
        </p:txBody>
      </p:sp>
      <p:sp>
        <p:nvSpPr>
          <p:cNvPr id="6" name="text">
            <a:extLst xmlns:a="http://schemas.openxmlformats.org/drawingml/2006/main">
              <a:ext uri="{FF2B5EF4-FFF2-40B4-BE49-F238E27FC236}">
                <a16:creationId xmlns:a16="http://schemas.microsoft.com/office/drawing/2014/main" id="{2CF79E6A-6C10-4316-9108-D0321FA09D3C}"/>
              </a:ext>
            </a:extLst>
          </p:cNvPr>
          <p:cNvSpPr>
            <a:spLocks xmlns:a="http://schemas.openxmlformats.org/drawingml/2006/main" noGrp="1"/>
          </p:cNvSpPr>
          <p:nvPr/>
        </p:nvSpPr>
        <p:spPr>
          <a:xfrm xmlns:a="http://schemas.openxmlformats.org/drawingml/2006/main">
            <a:off x="5095875" y="2352675"/>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25D"/>
                </a:solidFill>
                <a:latin typeface="Arial"/>
                <a:ea typeface="Arial"/>
                <a:cs typeface="Arial"/>
              </a:defRPr>
            </a:defPPr>
            <a:lvl1pPr>
              <a:defRPr sz="1950" b="0">
                <a:solidFill>
                  <a:srgbClr val="52625D"/>
                </a:solidFill>
                <a:latin typeface="Arial"/>
                <a:ea typeface="Arial"/>
                <a:cs typeface="Arial"/>
              </a:defRPr>
            </a:lvl1pPr>
            <a:lvl2pPr>
              <a:defRPr sz="1950" b="0">
                <a:solidFill>
                  <a:srgbClr val="52625D"/>
                </a:solidFill>
                <a:latin typeface="Arial"/>
                <a:ea typeface="Arial"/>
                <a:cs typeface="Arial"/>
              </a:defRPr>
            </a:lvl2pPr>
            <a:lvl3pPr>
              <a:defRPr sz="1950" b="0">
                <a:solidFill>
                  <a:srgbClr val="52625D"/>
                </a:solidFill>
                <a:latin typeface="Arial"/>
                <a:ea typeface="Arial"/>
                <a:cs typeface="Arial"/>
              </a:defRPr>
            </a:lvl3pPr>
            <a:lvl4pPr>
              <a:defRPr sz="1950" b="0">
                <a:solidFill>
                  <a:srgbClr val="52625D"/>
                </a:solidFill>
                <a:latin typeface="Arial"/>
                <a:ea typeface="Arial"/>
                <a:cs typeface="Arial"/>
              </a:defRPr>
            </a:lvl4pPr>
            <a:lvl5pPr>
              <a:defRPr sz="1950" b="0">
                <a:solidFill>
                  <a:srgbClr val="52625D"/>
                </a:solidFill>
                <a:latin typeface="Arial"/>
                <a:ea typeface="Arial"/>
                <a:cs typeface="Arial"/>
              </a:defRPr>
            </a:lvl5pPr>
            <a:lvl6pPr>
              <a:defRPr sz="1950" b="0">
                <a:solidFill>
                  <a:srgbClr val="52625D"/>
                </a:solidFill>
                <a:latin typeface="Arial"/>
                <a:ea typeface="Arial"/>
                <a:cs typeface="Arial"/>
              </a:defRPr>
            </a:lvl6pPr>
            <a:lvl7pPr>
              <a:defRPr sz="1950" b="0">
                <a:solidFill>
                  <a:srgbClr val="52625D"/>
                </a:solidFill>
                <a:latin typeface="Arial"/>
                <a:ea typeface="Arial"/>
                <a:cs typeface="Arial"/>
              </a:defRPr>
            </a:lvl7pPr>
            <a:lvl8pPr>
              <a:defRPr sz="1950" b="0">
                <a:solidFill>
                  <a:srgbClr val="52625D"/>
                </a:solidFill>
                <a:latin typeface="Arial"/>
                <a:ea typeface="Arial"/>
                <a:cs typeface="Arial"/>
              </a:defRPr>
            </a:lvl8pPr>
            <a:lvl9pPr>
              <a:defRPr sz="1950" b="0">
                <a:solidFill>
                  <a:srgbClr val="52625D"/>
                </a:solidFill>
                <a:latin typeface="Arial"/>
                <a:ea typeface="Arial"/>
                <a:cs typeface="Arial"/>
              </a:defRPr>
            </a:lvl9pPr>
          </a:lstStyle>
          <a:p xmlns:a="http://schemas.openxmlformats.org/drawingml/2006/main">
            <a:pPr>
              <a:defRPr sz="1950" b="0">
                <a:solidFill>
                  <a:srgbClr val="52625D"/>
                </a:solidFill>
                <a:latin typeface="Arial"/>
                <a:ea typeface="Arial"/>
                <a:cs typeface="Arial"/>
              </a:defRPr>
            </a:pPr>
            <a:r>
              <a:rPr sz="1950" b="0">
                <a:solidFill>
                  <a:srgbClr val="52625D"/>
                </a:solidFill>
                <a:latin typeface="Arial"/>
                <a:ea typeface="Arial"/>
                <a:cs typeface="Arial"/>
              </a:rPr>
              <a:t>Ответы человека P1/P2 сохраняются отдельно от рекомендаций.</a:t>
            </a:r>
          </a:p>
        </p:txBody>
      </p:sp>
      <p:sp>
        <p:nvSpPr>
          <p:cNvPr id="7" name="text">
            <a:extLst xmlns:a="http://schemas.openxmlformats.org/drawingml/2006/main">
              <a:ext uri="{FF2B5EF4-FFF2-40B4-BE49-F238E27FC236}">
                <a16:creationId xmlns:a16="http://schemas.microsoft.com/office/drawing/2014/main" id="{FEA0DAF3-ED50-4DDF-A253-55976C5512A5}"/>
              </a:ext>
            </a:extLst>
          </p:cNvPr>
          <p:cNvSpPr>
            <a:spLocks xmlns:a="http://schemas.openxmlformats.org/drawingml/2006/main" noGrp="1"/>
          </p:cNvSpPr>
          <p:nvPr/>
        </p:nvSpPr>
        <p:spPr>
          <a:xfrm xmlns:a="http://schemas.openxmlformats.org/drawingml/2006/main">
            <a:off x="628650" y="3248025"/>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9665B"/>
                </a:solidFill>
                <a:latin typeface="Arial"/>
                <a:ea typeface="Arial"/>
                <a:cs typeface="Arial"/>
              </a:defRPr>
            </a:defPPr>
            <a:lvl1pPr>
              <a:defRPr sz="2850" b="1">
                <a:solidFill>
                  <a:srgbClr val="19665B"/>
                </a:solidFill>
                <a:latin typeface="Arial"/>
                <a:ea typeface="Arial"/>
                <a:cs typeface="Arial"/>
              </a:defRPr>
            </a:lvl1pPr>
            <a:lvl2pPr>
              <a:defRPr sz="2850" b="1">
                <a:solidFill>
                  <a:srgbClr val="19665B"/>
                </a:solidFill>
                <a:latin typeface="Arial"/>
                <a:ea typeface="Arial"/>
                <a:cs typeface="Arial"/>
              </a:defRPr>
            </a:lvl2pPr>
            <a:lvl3pPr>
              <a:defRPr sz="2850" b="1">
                <a:solidFill>
                  <a:srgbClr val="19665B"/>
                </a:solidFill>
                <a:latin typeface="Arial"/>
                <a:ea typeface="Arial"/>
                <a:cs typeface="Arial"/>
              </a:defRPr>
            </a:lvl3pPr>
            <a:lvl4pPr>
              <a:defRPr sz="2850" b="1">
                <a:solidFill>
                  <a:srgbClr val="19665B"/>
                </a:solidFill>
                <a:latin typeface="Arial"/>
                <a:ea typeface="Arial"/>
                <a:cs typeface="Arial"/>
              </a:defRPr>
            </a:lvl4pPr>
            <a:lvl5pPr>
              <a:defRPr sz="2850" b="1">
                <a:solidFill>
                  <a:srgbClr val="19665B"/>
                </a:solidFill>
                <a:latin typeface="Arial"/>
                <a:ea typeface="Arial"/>
                <a:cs typeface="Arial"/>
              </a:defRPr>
            </a:lvl5pPr>
            <a:lvl6pPr>
              <a:defRPr sz="2850" b="1">
                <a:solidFill>
                  <a:srgbClr val="19665B"/>
                </a:solidFill>
                <a:latin typeface="Arial"/>
                <a:ea typeface="Arial"/>
                <a:cs typeface="Arial"/>
              </a:defRPr>
            </a:lvl6pPr>
            <a:lvl7pPr>
              <a:defRPr sz="2850" b="1">
                <a:solidFill>
                  <a:srgbClr val="19665B"/>
                </a:solidFill>
                <a:latin typeface="Arial"/>
                <a:ea typeface="Arial"/>
                <a:cs typeface="Arial"/>
              </a:defRPr>
            </a:lvl7pPr>
            <a:lvl8pPr>
              <a:defRPr sz="2850" b="1">
                <a:solidFill>
                  <a:srgbClr val="19665B"/>
                </a:solidFill>
                <a:latin typeface="Arial"/>
                <a:ea typeface="Arial"/>
                <a:cs typeface="Arial"/>
              </a:defRPr>
            </a:lvl8pPr>
            <a:lvl9pPr>
              <a:defRPr sz="2850" b="1">
                <a:solidFill>
                  <a:srgbClr val="19665B"/>
                </a:solidFill>
                <a:latin typeface="Arial"/>
                <a:ea typeface="Arial"/>
                <a:cs typeface="Arial"/>
              </a:defRPr>
            </a:lvl9pPr>
          </a:lstStyle>
          <a:p xmlns:a="http://schemas.openxmlformats.org/drawingml/2006/main">
            <a:pPr>
              <a:defRPr sz="2850" b="1">
                <a:solidFill>
                  <a:srgbClr val="19665B"/>
                </a:solidFill>
                <a:latin typeface="Arial"/>
                <a:ea typeface="Arial"/>
                <a:cs typeface="Arial"/>
              </a:defRPr>
            </a:pPr>
            <a:r>
              <a:rPr sz="2850" b="1">
                <a:solidFill>
                  <a:srgbClr val="19665B"/>
                </a:solidFill>
                <a:latin typeface="Arial"/>
                <a:ea typeface="Arial"/>
                <a:cs typeface="Arial"/>
              </a:rPr>
              <a:t>02</a:t>
            </a:r>
          </a:p>
        </p:txBody>
      </p:sp>
      <p:sp>
        <p:nvSpPr>
          <p:cNvPr id="8" name="text">
            <a:extLst xmlns:a="http://schemas.openxmlformats.org/drawingml/2006/main">
              <a:ext uri="{FF2B5EF4-FFF2-40B4-BE49-F238E27FC236}">
                <a16:creationId xmlns:a16="http://schemas.microsoft.com/office/drawing/2014/main" id="{D942D619-E9A8-4C91-91C8-4B060E825E91}"/>
              </a:ext>
            </a:extLst>
          </p:cNvPr>
          <p:cNvSpPr>
            <a:spLocks xmlns:a="http://schemas.openxmlformats.org/drawingml/2006/main" noGrp="1"/>
          </p:cNvSpPr>
          <p:nvPr/>
        </p:nvSpPr>
        <p:spPr>
          <a:xfrm xmlns:a="http://schemas.openxmlformats.org/drawingml/2006/main">
            <a:off x="1666875" y="32480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92C2A"/>
                </a:solidFill>
                <a:latin typeface="Arial"/>
                <a:ea typeface="Arial"/>
                <a:cs typeface="Arial"/>
              </a:defRPr>
            </a:defPPr>
            <a:lvl1pPr>
              <a:defRPr sz="2175" b="1">
                <a:solidFill>
                  <a:srgbClr val="192C2A"/>
                </a:solidFill>
                <a:latin typeface="Arial"/>
                <a:ea typeface="Arial"/>
                <a:cs typeface="Arial"/>
              </a:defRPr>
            </a:lvl1pPr>
            <a:lvl2pPr>
              <a:defRPr sz="2175" b="1">
                <a:solidFill>
                  <a:srgbClr val="192C2A"/>
                </a:solidFill>
                <a:latin typeface="Arial"/>
                <a:ea typeface="Arial"/>
                <a:cs typeface="Arial"/>
              </a:defRPr>
            </a:lvl2pPr>
            <a:lvl3pPr>
              <a:defRPr sz="2175" b="1">
                <a:solidFill>
                  <a:srgbClr val="192C2A"/>
                </a:solidFill>
                <a:latin typeface="Arial"/>
                <a:ea typeface="Arial"/>
                <a:cs typeface="Arial"/>
              </a:defRPr>
            </a:lvl3pPr>
            <a:lvl4pPr>
              <a:defRPr sz="2175" b="1">
                <a:solidFill>
                  <a:srgbClr val="192C2A"/>
                </a:solidFill>
                <a:latin typeface="Arial"/>
                <a:ea typeface="Arial"/>
                <a:cs typeface="Arial"/>
              </a:defRPr>
            </a:lvl4pPr>
            <a:lvl5pPr>
              <a:defRPr sz="2175" b="1">
                <a:solidFill>
                  <a:srgbClr val="192C2A"/>
                </a:solidFill>
                <a:latin typeface="Arial"/>
                <a:ea typeface="Arial"/>
                <a:cs typeface="Arial"/>
              </a:defRPr>
            </a:lvl5pPr>
            <a:lvl6pPr>
              <a:defRPr sz="2175" b="1">
                <a:solidFill>
                  <a:srgbClr val="192C2A"/>
                </a:solidFill>
                <a:latin typeface="Arial"/>
                <a:ea typeface="Arial"/>
                <a:cs typeface="Arial"/>
              </a:defRPr>
            </a:lvl6pPr>
            <a:lvl7pPr>
              <a:defRPr sz="2175" b="1">
                <a:solidFill>
                  <a:srgbClr val="192C2A"/>
                </a:solidFill>
                <a:latin typeface="Arial"/>
                <a:ea typeface="Arial"/>
                <a:cs typeface="Arial"/>
              </a:defRPr>
            </a:lvl7pPr>
            <a:lvl8pPr>
              <a:defRPr sz="2175" b="1">
                <a:solidFill>
                  <a:srgbClr val="192C2A"/>
                </a:solidFill>
                <a:latin typeface="Arial"/>
                <a:ea typeface="Arial"/>
                <a:cs typeface="Arial"/>
              </a:defRPr>
            </a:lvl8pPr>
            <a:lvl9pPr>
              <a:defRPr sz="2175" b="1">
                <a:solidFill>
                  <a:srgbClr val="192C2A"/>
                </a:solidFill>
                <a:latin typeface="Arial"/>
                <a:ea typeface="Arial"/>
                <a:cs typeface="Arial"/>
              </a:defRPr>
            </a:lvl9pPr>
          </a:lstStyle>
          <a:p xmlns:a="http://schemas.openxmlformats.org/drawingml/2006/main">
            <a:pPr>
              <a:defRPr sz="2175" b="1">
                <a:solidFill>
                  <a:srgbClr val="192C2A"/>
                </a:solidFill>
                <a:latin typeface="Arial"/>
                <a:ea typeface="Arial"/>
                <a:cs typeface="Arial"/>
              </a:defRPr>
            </a:pPr>
            <a:r>
              <a:rPr sz="2175" b="1">
                <a:solidFill>
                  <a:srgbClr val="192C2A"/>
                </a:solidFill>
                <a:latin typeface="Arial"/>
                <a:ea typeface="Arial"/>
                <a:cs typeface="Arial"/>
              </a:rPr>
              <a:t>Отклик</a:t>
            </a:r>
          </a:p>
        </p:txBody>
      </p:sp>
      <p:sp>
        <p:nvSpPr>
          <p:cNvPr id="9" name="text">
            <a:extLst xmlns:a="http://schemas.openxmlformats.org/drawingml/2006/main">
              <a:ext uri="{FF2B5EF4-FFF2-40B4-BE49-F238E27FC236}">
                <a16:creationId xmlns:a16="http://schemas.microsoft.com/office/drawing/2014/main" id="{877A9903-F5FA-40A3-AD29-354044139622}"/>
              </a:ext>
            </a:extLst>
          </p:cNvPr>
          <p:cNvSpPr>
            <a:spLocks xmlns:a="http://schemas.openxmlformats.org/drawingml/2006/main" noGrp="1"/>
          </p:cNvSpPr>
          <p:nvPr/>
        </p:nvSpPr>
        <p:spPr>
          <a:xfrm xmlns:a="http://schemas.openxmlformats.org/drawingml/2006/main">
            <a:off x="5095875" y="3267075"/>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25D"/>
                </a:solidFill>
                <a:latin typeface="Arial"/>
                <a:ea typeface="Arial"/>
                <a:cs typeface="Arial"/>
              </a:defRPr>
            </a:defPPr>
            <a:lvl1pPr>
              <a:defRPr sz="1950" b="0">
                <a:solidFill>
                  <a:srgbClr val="52625D"/>
                </a:solidFill>
                <a:latin typeface="Arial"/>
                <a:ea typeface="Arial"/>
                <a:cs typeface="Arial"/>
              </a:defRPr>
            </a:lvl1pPr>
            <a:lvl2pPr>
              <a:defRPr sz="1950" b="0">
                <a:solidFill>
                  <a:srgbClr val="52625D"/>
                </a:solidFill>
                <a:latin typeface="Arial"/>
                <a:ea typeface="Arial"/>
                <a:cs typeface="Arial"/>
              </a:defRPr>
            </a:lvl2pPr>
            <a:lvl3pPr>
              <a:defRPr sz="1950" b="0">
                <a:solidFill>
                  <a:srgbClr val="52625D"/>
                </a:solidFill>
                <a:latin typeface="Arial"/>
                <a:ea typeface="Arial"/>
                <a:cs typeface="Arial"/>
              </a:defRPr>
            </a:lvl3pPr>
            <a:lvl4pPr>
              <a:defRPr sz="1950" b="0">
                <a:solidFill>
                  <a:srgbClr val="52625D"/>
                </a:solidFill>
                <a:latin typeface="Arial"/>
                <a:ea typeface="Arial"/>
                <a:cs typeface="Arial"/>
              </a:defRPr>
            </a:lvl4pPr>
            <a:lvl5pPr>
              <a:defRPr sz="1950" b="0">
                <a:solidFill>
                  <a:srgbClr val="52625D"/>
                </a:solidFill>
                <a:latin typeface="Arial"/>
                <a:ea typeface="Arial"/>
                <a:cs typeface="Arial"/>
              </a:defRPr>
            </a:lvl5pPr>
            <a:lvl6pPr>
              <a:defRPr sz="1950" b="0">
                <a:solidFill>
                  <a:srgbClr val="52625D"/>
                </a:solidFill>
                <a:latin typeface="Arial"/>
                <a:ea typeface="Arial"/>
                <a:cs typeface="Arial"/>
              </a:defRPr>
            </a:lvl6pPr>
            <a:lvl7pPr>
              <a:defRPr sz="1950" b="0">
                <a:solidFill>
                  <a:srgbClr val="52625D"/>
                </a:solidFill>
                <a:latin typeface="Arial"/>
                <a:ea typeface="Arial"/>
                <a:cs typeface="Arial"/>
              </a:defRPr>
            </a:lvl7pPr>
            <a:lvl8pPr>
              <a:defRPr sz="1950" b="0">
                <a:solidFill>
                  <a:srgbClr val="52625D"/>
                </a:solidFill>
                <a:latin typeface="Arial"/>
                <a:ea typeface="Arial"/>
                <a:cs typeface="Arial"/>
              </a:defRPr>
            </a:lvl8pPr>
            <a:lvl9pPr>
              <a:defRPr sz="1950" b="0">
                <a:solidFill>
                  <a:srgbClr val="52625D"/>
                </a:solidFill>
                <a:latin typeface="Arial"/>
                <a:ea typeface="Arial"/>
                <a:cs typeface="Arial"/>
              </a:defRPr>
            </a:lvl9pPr>
          </a:lstStyle>
          <a:p xmlns:a="http://schemas.openxmlformats.org/drawingml/2006/main">
            <a:pPr>
              <a:defRPr sz="1950" b="0">
                <a:solidFill>
                  <a:srgbClr val="52625D"/>
                </a:solidFill>
                <a:latin typeface="Arial"/>
                <a:ea typeface="Arial"/>
                <a:cs typeface="Arial"/>
              </a:defRPr>
            </a:pPr>
            <a:r>
              <a:rPr sz="1950" b="0">
                <a:solidFill>
                  <a:srgbClr val="52625D"/>
                </a:solidFill>
                <a:latin typeface="Arial"/>
                <a:ea typeface="Arial"/>
                <a:cs typeface="Arial"/>
              </a:rPr>
              <a:t>Карточка хранит канал, контакт и реферальный маршрут.</a:t>
            </a:r>
          </a:p>
        </p:txBody>
      </p:sp>
      <p:sp>
        <p:nvSpPr>
          <p:cNvPr id="10" name="text">
            <a:extLst xmlns:a="http://schemas.openxmlformats.org/drawingml/2006/main">
              <a:ext uri="{FF2B5EF4-FFF2-40B4-BE49-F238E27FC236}">
                <a16:creationId xmlns:a16="http://schemas.microsoft.com/office/drawing/2014/main" id="{22C70499-85A8-4F08-B41B-12D14A9CA484}"/>
              </a:ext>
            </a:extLst>
          </p:cNvPr>
          <p:cNvSpPr>
            <a:spLocks xmlns:a="http://schemas.openxmlformats.org/drawingml/2006/main" noGrp="1"/>
          </p:cNvSpPr>
          <p:nvPr/>
        </p:nvSpPr>
        <p:spPr>
          <a:xfrm xmlns:a="http://schemas.openxmlformats.org/drawingml/2006/main">
            <a:off x="628650" y="4162425"/>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9665B"/>
                </a:solidFill>
                <a:latin typeface="Arial"/>
                <a:ea typeface="Arial"/>
                <a:cs typeface="Arial"/>
              </a:defRPr>
            </a:defPPr>
            <a:lvl1pPr>
              <a:defRPr sz="2850" b="1">
                <a:solidFill>
                  <a:srgbClr val="19665B"/>
                </a:solidFill>
                <a:latin typeface="Arial"/>
                <a:ea typeface="Arial"/>
                <a:cs typeface="Arial"/>
              </a:defRPr>
            </a:lvl1pPr>
            <a:lvl2pPr>
              <a:defRPr sz="2850" b="1">
                <a:solidFill>
                  <a:srgbClr val="19665B"/>
                </a:solidFill>
                <a:latin typeface="Arial"/>
                <a:ea typeface="Arial"/>
                <a:cs typeface="Arial"/>
              </a:defRPr>
            </a:lvl2pPr>
            <a:lvl3pPr>
              <a:defRPr sz="2850" b="1">
                <a:solidFill>
                  <a:srgbClr val="19665B"/>
                </a:solidFill>
                <a:latin typeface="Arial"/>
                <a:ea typeface="Arial"/>
                <a:cs typeface="Arial"/>
              </a:defRPr>
            </a:lvl3pPr>
            <a:lvl4pPr>
              <a:defRPr sz="2850" b="1">
                <a:solidFill>
                  <a:srgbClr val="19665B"/>
                </a:solidFill>
                <a:latin typeface="Arial"/>
                <a:ea typeface="Arial"/>
                <a:cs typeface="Arial"/>
              </a:defRPr>
            </a:lvl4pPr>
            <a:lvl5pPr>
              <a:defRPr sz="2850" b="1">
                <a:solidFill>
                  <a:srgbClr val="19665B"/>
                </a:solidFill>
                <a:latin typeface="Arial"/>
                <a:ea typeface="Arial"/>
                <a:cs typeface="Arial"/>
              </a:defRPr>
            </a:lvl5pPr>
            <a:lvl6pPr>
              <a:defRPr sz="2850" b="1">
                <a:solidFill>
                  <a:srgbClr val="19665B"/>
                </a:solidFill>
                <a:latin typeface="Arial"/>
                <a:ea typeface="Arial"/>
                <a:cs typeface="Arial"/>
              </a:defRPr>
            </a:lvl6pPr>
            <a:lvl7pPr>
              <a:defRPr sz="2850" b="1">
                <a:solidFill>
                  <a:srgbClr val="19665B"/>
                </a:solidFill>
                <a:latin typeface="Arial"/>
                <a:ea typeface="Arial"/>
                <a:cs typeface="Arial"/>
              </a:defRPr>
            </a:lvl7pPr>
            <a:lvl8pPr>
              <a:defRPr sz="2850" b="1">
                <a:solidFill>
                  <a:srgbClr val="19665B"/>
                </a:solidFill>
                <a:latin typeface="Arial"/>
                <a:ea typeface="Arial"/>
                <a:cs typeface="Arial"/>
              </a:defRPr>
            </a:lvl8pPr>
            <a:lvl9pPr>
              <a:defRPr sz="2850" b="1">
                <a:solidFill>
                  <a:srgbClr val="19665B"/>
                </a:solidFill>
                <a:latin typeface="Arial"/>
                <a:ea typeface="Arial"/>
                <a:cs typeface="Arial"/>
              </a:defRPr>
            </a:lvl9pPr>
          </a:lstStyle>
          <a:p xmlns:a="http://schemas.openxmlformats.org/drawingml/2006/main">
            <a:pPr>
              <a:defRPr sz="2850" b="1">
                <a:solidFill>
                  <a:srgbClr val="19665B"/>
                </a:solidFill>
                <a:latin typeface="Arial"/>
                <a:ea typeface="Arial"/>
                <a:cs typeface="Arial"/>
              </a:defRPr>
            </a:pPr>
            <a:r>
              <a:rPr sz="2850" b="1">
                <a:solidFill>
                  <a:srgbClr val="19665B"/>
                </a:solidFill>
                <a:latin typeface="Arial"/>
                <a:ea typeface="Arial"/>
                <a:cs typeface="Arial"/>
              </a:rPr>
              <a:t>03</a:t>
            </a:r>
          </a:p>
        </p:txBody>
      </p:sp>
      <p:sp>
        <p:nvSpPr>
          <p:cNvPr id="11" name="text">
            <a:extLst xmlns:a="http://schemas.openxmlformats.org/drawingml/2006/main">
              <a:ext uri="{FF2B5EF4-FFF2-40B4-BE49-F238E27FC236}">
                <a16:creationId xmlns:a16="http://schemas.microsoft.com/office/drawing/2014/main" id="{6DCE46E4-FFC2-4264-B3FF-B711847DFA57}"/>
              </a:ext>
            </a:extLst>
          </p:cNvPr>
          <p:cNvSpPr>
            <a:spLocks xmlns:a="http://schemas.openxmlformats.org/drawingml/2006/main" noGrp="1"/>
          </p:cNvSpPr>
          <p:nvPr/>
        </p:nvSpPr>
        <p:spPr>
          <a:xfrm xmlns:a="http://schemas.openxmlformats.org/drawingml/2006/main">
            <a:off x="1666875" y="41624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92C2A"/>
                </a:solidFill>
                <a:latin typeface="Arial"/>
                <a:ea typeface="Arial"/>
                <a:cs typeface="Arial"/>
              </a:defRPr>
            </a:defPPr>
            <a:lvl1pPr>
              <a:defRPr sz="2175" b="1">
                <a:solidFill>
                  <a:srgbClr val="192C2A"/>
                </a:solidFill>
                <a:latin typeface="Arial"/>
                <a:ea typeface="Arial"/>
                <a:cs typeface="Arial"/>
              </a:defRPr>
            </a:lvl1pPr>
            <a:lvl2pPr>
              <a:defRPr sz="2175" b="1">
                <a:solidFill>
                  <a:srgbClr val="192C2A"/>
                </a:solidFill>
                <a:latin typeface="Arial"/>
                <a:ea typeface="Arial"/>
                <a:cs typeface="Arial"/>
              </a:defRPr>
            </a:lvl2pPr>
            <a:lvl3pPr>
              <a:defRPr sz="2175" b="1">
                <a:solidFill>
                  <a:srgbClr val="192C2A"/>
                </a:solidFill>
                <a:latin typeface="Arial"/>
                <a:ea typeface="Arial"/>
                <a:cs typeface="Arial"/>
              </a:defRPr>
            </a:lvl3pPr>
            <a:lvl4pPr>
              <a:defRPr sz="2175" b="1">
                <a:solidFill>
                  <a:srgbClr val="192C2A"/>
                </a:solidFill>
                <a:latin typeface="Arial"/>
                <a:ea typeface="Arial"/>
                <a:cs typeface="Arial"/>
              </a:defRPr>
            </a:lvl4pPr>
            <a:lvl5pPr>
              <a:defRPr sz="2175" b="1">
                <a:solidFill>
                  <a:srgbClr val="192C2A"/>
                </a:solidFill>
                <a:latin typeface="Arial"/>
                <a:ea typeface="Arial"/>
                <a:cs typeface="Arial"/>
              </a:defRPr>
            </a:lvl5pPr>
            <a:lvl6pPr>
              <a:defRPr sz="2175" b="1">
                <a:solidFill>
                  <a:srgbClr val="192C2A"/>
                </a:solidFill>
                <a:latin typeface="Arial"/>
                <a:ea typeface="Arial"/>
                <a:cs typeface="Arial"/>
              </a:defRPr>
            </a:lvl6pPr>
            <a:lvl7pPr>
              <a:defRPr sz="2175" b="1">
                <a:solidFill>
                  <a:srgbClr val="192C2A"/>
                </a:solidFill>
                <a:latin typeface="Arial"/>
                <a:ea typeface="Arial"/>
                <a:cs typeface="Arial"/>
              </a:defRPr>
            </a:lvl7pPr>
            <a:lvl8pPr>
              <a:defRPr sz="2175" b="1">
                <a:solidFill>
                  <a:srgbClr val="192C2A"/>
                </a:solidFill>
                <a:latin typeface="Arial"/>
                <a:ea typeface="Arial"/>
                <a:cs typeface="Arial"/>
              </a:defRPr>
            </a:lvl8pPr>
            <a:lvl9pPr>
              <a:defRPr sz="2175" b="1">
                <a:solidFill>
                  <a:srgbClr val="192C2A"/>
                </a:solidFill>
                <a:latin typeface="Arial"/>
                <a:ea typeface="Arial"/>
                <a:cs typeface="Arial"/>
              </a:defRPr>
            </a:lvl9pPr>
          </a:lstStyle>
          <a:p xmlns:a="http://schemas.openxmlformats.org/drawingml/2006/main">
            <a:pPr>
              <a:defRPr sz="2175" b="1">
                <a:solidFill>
                  <a:srgbClr val="192C2A"/>
                </a:solidFill>
                <a:latin typeface="Arial"/>
                <a:ea typeface="Arial"/>
                <a:cs typeface="Arial"/>
              </a:defRPr>
            </a:pPr>
            <a:r>
              <a:rPr sz="2175" b="1">
                <a:solidFill>
                  <a:srgbClr val="192C2A"/>
                </a:solidFill>
                <a:latin typeface="Arial"/>
                <a:ea typeface="Arial"/>
                <a:cs typeface="Arial"/>
              </a:rPr>
              <a:t>Этап</a:t>
            </a:r>
          </a:p>
        </p:txBody>
      </p:sp>
      <p:sp>
        <p:nvSpPr>
          <p:cNvPr id="12" name="text">
            <a:extLst xmlns:a="http://schemas.openxmlformats.org/drawingml/2006/main">
              <a:ext uri="{FF2B5EF4-FFF2-40B4-BE49-F238E27FC236}">
                <a16:creationId xmlns:a16="http://schemas.microsoft.com/office/drawing/2014/main" id="{8EE63CCB-ECB6-4346-876E-F5548929CE5F}"/>
              </a:ext>
            </a:extLst>
          </p:cNvPr>
          <p:cNvSpPr>
            <a:spLocks xmlns:a="http://schemas.openxmlformats.org/drawingml/2006/main" noGrp="1"/>
          </p:cNvSpPr>
          <p:nvPr/>
        </p:nvSpPr>
        <p:spPr>
          <a:xfrm xmlns:a="http://schemas.openxmlformats.org/drawingml/2006/main">
            <a:off x="5095875" y="4181475"/>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25D"/>
                </a:solidFill>
                <a:latin typeface="Arial"/>
                <a:ea typeface="Arial"/>
                <a:cs typeface="Arial"/>
              </a:defRPr>
            </a:defPPr>
            <a:lvl1pPr>
              <a:defRPr sz="1950" b="0">
                <a:solidFill>
                  <a:srgbClr val="52625D"/>
                </a:solidFill>
                <a:latin typeface="Arial"/>
                <a:ea typeface="Arial"/>
                <a:cs typeface="Arial"/>
              </a:defRPr>
            </a:lvl1pPr>
            <a:lvl2pPr>
              <a:defRPr sz="1950" b="0">
                <a:solidFill>
                  <a:srgbClr val="52625D"/>
                </a:solidFill>
                <a:latin typeface="Arial"/>
                <a:ea typeface="Arial"/>
                <a:cs typeface="Arial"/>
              </a:defRPr>
            </a:lvl2pPr>
            <a:lvl3pPr>
              <a:defRPr sz="1950" b="0">
                <a:solidFill>
                  <a:srgbClr val="52625D"/>
                </a:solidFill>
                <a:latin typeface="Arial"/>
                <a:ea typeface="Arial"/>
                <a:cs typeface="Arial"/>
              </a:defRPr>
            </a:lvl3pPr>
            <a:lvl4pPr>
              <a:defRPr sz="1950" b="0">
                <a:solidFill>
                  <a:srgbClr val="52625D"/>
                </a:solidFill>
                <a:latin typeface="Arial"/>
                <a:ea typeface="Arial"/>
                <a:cs typeface="Arial"/>
              </a:defRPr>
            </a:lvl4pPr>
            <a:lvl5pPr>
              <a:defRPr sz="1950" b="0">
                <a:solidFill>
                  <a:srgbClr val="52625D"/>
                </a:solidFill>
                <a:latin typeface="Arial"/>
                <a:ea typeface="Arial"/>
                <a:cs typeface="Arial"/>
              </a:defRPr>
            </a:lvl5pPr>
            <a:lvl6pPr>
              <a:defRPr sz="1950" b="0">
                <a:solidFill>
                  <a:srgbClr val="52625D"/>
                </a:solidFill>
                <a:latin typeface="Arial"/>
                <a:ea typeface="Arial"/>
                <a:cs typeface="Arial"/>
              </a:defRPr>
            </a:lvl6pPr>
            <a:lvl7pPr>
              <a:defRPr sz="1950" b="0">
                <a:solidFill>
                  <a:srgbClr val="52625D"/>
                </a:solidFill>
                <a:latin typeface="Arial"/>
                <a:ea typeface="Arial"/>
                <a:cs typeface="Arial"/>
              </a:defRPr>
            </a:lvl7pPr>
            <a:lvl8pPr>
              <a:defRPr sz="1950" b="0">
                <a:solidFill>
                  <a:srgbClr val="52625D"/>
                </a:solidFill>
                <a:latin typeface="Arial"/>
                <a:ea typeface="Arial"/>
                <a:cs typeface="Arial"/>
              </a:defRPr>
            </a:lvl8pPr>
            <a:lvl9pPr>
              <a:defRPr sz="1950" b="0">
                <a:solidFill>
                  <a:srgbClr val="52625D"/>
                </a:solidFill>
                <a:latin typeface="Arial"/>
                <a:ea typeface="Arial"/>
                <a:cs typeface="Arial"/>
              </a:defRPr>
            </a:lvl9pPr>
          </a:lstStyle>
          <a:p xmlns:a="http://schemas.openxmlformats.org/drawingml/2006/main">
            <a:pPr>
              <a:defRPr sz="1950" b="0">
                <a:solidFill>
                  <a:srgbClr val="52625D"/>
                </a:solidFill>
                <a:latin typeface="Arial"/>
                <a:ea typeface="Arial"/>
                <a:cs typeface="Arial"/>
              </a:defRPr>
            </a:pPr>
            <a:r>
              <a:rPr sz="1950" b="0">
                <a:solidFill>
                  <a:srgbClr val="52625D"/>
                </a:solidFill>
                <a:latin typeface="Arial"/>
                <a:ea typeface="Arial"/>
                <a:cs typeface="Arial"/>
              </a:rPr>
              <a:t>Этап и дата формируют историю воронки.</a:t>
            </a:r>
          </a:p>
        </p:txBody>
      </p:sp>
      <p:sp>
        <p:nvSpPr>
          <p:cNvPr id="13" name="text">
            <a:extLst xmlns:a="http://schemas.openxmlformats.org/drawingml/2006/main">
              <a:ext uri="{FF2B5EF4-FFF2-40B4-BE49-F238E27FC236}">
                <a16:creationId xmlns:a16="http://schemas.microsoft.com/office/drawing/2014/main" id="{3C4E5D6F-F482-44C6-9669-2DE6F1BF4FCC}"/>
              </a:ext>
            </a:extLst>
          </p:cNvPr>
          <p:cNvSpPr>
            <a:spLocks xmlns:a="http://schemas.openxmlformats.org/drawingml/2006/main" noGrp="1"/>
          </p:cNvSpPr>
          <p:nvPr/>
        </p:nvSpPr>
        <p:spPr>
          <a:xfrm xmlns:a="http://schemas.openxmlformats.org/drawingml/2006/main">
            <a:off x="628650" y="5076825"/>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9665B"/>
                </a:solidFill>
                <a:latin typeface="Arial"/>
                <a:ea typeface="Arial"/>
                <a:cs typeface="Arial"/>
              </a:defRPr>
            </a:defPPr>
            <a:lvl1pPr>
              <a:defRPr sz="2850" b="1">
                <a:solidFill>
                  <a:srgbClr val="19665B"/>
                </a:solidFill>
                <a:latin typeface="Arial"/>
                <a:ea typeface="Arial"/>
                <a:cs typeface="Arial"/>
              </a:defRPr>
            </a:lvl1pPr>
            <a:lvl2pPr>
              <a:defRPr sz="2850" b="1">
                <a:solidFill>
                  <a:srgbClr val="19665B"/>
                </a:solidFill>
                <a:latin typeface="Arial"/>
                <a:ea typeface="Arial"/>
                <a:cs typeface="Arial"/>
              </a:defRPr>
            </a:lvl2pPr>
            <a:lvl3pPr>
              <a:defRPr sz="2850" b="1">
                <a:solidFill>
                  <a:srgbClr val="19665B"/>
                </a:solidFill>
                <a:latin typeface="Arial"/>
                <a:ea typeface="Arial"/>
                <a:cs typeface="Arial"/>
              </a:defRPr>
            </a:lvl3pPr>
            <a:lvl4pPr>
              <a:defRPr sz="2850" b="1">
                <a:solidFill>
                  <a:srgbClr val="19665B"/>
                </a:solidFill>
                <a:latin typeface="Arial"/>
                <a:ea typeface="Arial"/>
                <a:cs typeface="Arial"/>
              </a:defRPr>
            </a:lvl4pPr>
            <a:lvl5pPr>
              <a:defRPr sz="2850" b="1">
                <a:solidFill>
                  <a:srgbClr val="19665B"/>
                </a:solidFill>
                <a:latin typeface="Arial"/>
                <a:ea typeface="Arial"/>
                <a:cs typeface="Arial"/>
              </a:defRPr>
            </a:lvl5pPr>
            <a:lvl6pPr>
              <a:defRPr sz="2850" b="1">
                <a:solidFill>
                  <a:srgbClr val="19665B"/>
                </a:solidFill>
                <a:latin typeface="Arial"/>
                <a:ea typeface="Arial"/>
                <a:cs typeface="Arial"/>
              </a:defRPr>
            </a:lvl6pPr>
            <a:lvl7pPr>
              <a:defRPr sz="2850" b="1">
                <a:solidFill>
                  <a:srgbClr val="19665B"/>
                </a:solidFill>
                <a:latin typeface="Arial"/>
                <a:ea typeface="Arial"/>
                <a:cs typeface="Arial"/>
              </a:defRPr>
            </a:lvl7pPr>
            <a:lvl8pPr>
              <a:defRPr sz="2850" b="1">
                <a:solidFill>
                  <a:srgbClr val="19665B"/>
                </a:solidFill>
                <a:latin typeface="Arial"/>
                <a:ea typeface="Arial"/>
                <a:cs typeface="Arial"/>
              </a:defRPr>
            </a:lvl8pPr>
            <a:lvl9pPr>
              <a:defRPr sz="2850" b="1">
                <a:solidFill>
                  <a:srgbClr val="19665B"/>
                </a:solidFill>
                <a:latin typeface="Arial"/>
                <a:ea typeface="Arial"/>
                <a:cs typeface="Arial"/>
              </a:defRPr>
            </a:lvl9pPr>
          </a:lstStyle>
          <a:p xmlns:a="http://schemas.openxmlformats.org/drawingml/2006/main">
            <a:pPr>
              <a:defRPr sz="2850" b="1">
                <a:solidFill>
                  <a:srgbClr val="19665B"/>
                </a:solidFill>
                <a:latin typeface="Arial"/>
                <a:ea typeface="Arial"/>
                <a:cs typeface="Arial"/>
              </a:defRPr>
            </a:pPr>
            <a:r>
              <a:rPr sz="2850" b="1">
                <a:solidFill>
                  <a:srgbClr val="19665B"/>
                </a:solidFill>
                <a:latin typeface="Arial"/>
                <a:ea typeface="Arial"/>
                <a:cs typeface="Arial"/>
              </a:rPr>
              <a:t>04</a:t>
            </a:r>
          </a:p>
        </p:txBody>
      </p:sp>
      <p:sp>
        <p:nvSpPr>
          <p:cNvPr id="14" name="text">
            <a:extLst xmlns:a="http://schemas.openxmlformats.org/drawingml/2006/main">
              <a:ext uri="{FF2B5EF4-FFF2-40B4-BE49-F238E27FC236}">
                <a16:creationId xmlns:a16="http://schemas.microsoft.com/office/drawing/2014/main" id="{534F5D01-DE06-41E9-8BF1-073656F05873}"/>
              </a:ext>
            </a:extLst>
          </p:cNvPr>
          <p:cNvSpPr>
            <a:spLocks xmlns:a="http://schemas.openxmlformats.org/drawingml/2006/main" noGrp="1"/>
          </p:cNvSpPr>
          <p:nvPr/>
        </p:nvSpPr>
        <p:spPr>
          <a:xfrm xmlns:a="http://schemas.openxmlformats.org/drawingml/2006/main">
            <a:off x="1666875" y="50768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92C2A"/>
                </a:solidFill>
                <a:latin typeface="Arial"/>
                <a:ea typeface="Arial"/>
                <a:cs typeface="Arial"/>
              </a:defRPr>
            </a:defPPr>
            <a:lvl1pPr>
              <a:defRPr sz="2175" b="1">
                <a:solidFill>
                  <a:srgbClr val="192C2A"/>
                </a:solidFill>
                <a:latin typeface="Arial"/>
                <a:ea typeface="Arial"/>
                <a:cs typeface="Arial"/>
              </a:defRPr>
            </a:lvl1pPr>
            <a:lvl2pPr>
              <a:defRPr sz="2175" b="1">
                <a:solidFill>
                  <a:srgbClr val="192C2A"/>
                </a:solidFill>
                <a:latin typeface="Arial"/>
                <a:ea typeface="Arial"/>
                <a:cs typeface="Arial"/>
              </a:defRPr>
            </a:lvl2pPr>
            <a:lvl3pPr>
              <a:defRPr sz="2175" b="1">
                <a:solidFill>
                  <a:srgbClr val="192C2A"/>
                </a:solidFill>
                <a:latin typeface="Arial"/>
                <a:ea typeface="Arial"/>
                <a:cs typeface="Arial"/>
              </a:defRPr>
            </a:lvl3pPr>
            <a:lvl4pPr>
              <a:defRPr sz="2175" b="1">
                <a:solidFill>
                  <a:srgbClr val="192C2A"/>
                </a:solidFill>
                <a:latin typeface="Arial"/>
                <a:ea typeface="Arial"/>
                <a:cs typeface="Arial"/>
              </a:defRPr>
            </a:lvl4pPr>
            <a:lvl5pPr>
              <a:defRPr sz="2175" b="1">
                <a:solidFill>
                  <a:srgbClr val="192C2A"/>
                </a:solidFill>
                <a:latin typeface="Arial"/>
                <a:ea typeface="Arial"/>
                <a:cs typeface="Arial"/>
              </a:defRPr>
            </a:lvl5pPr>
            <a:lvl6pPr>
              <a:defRPr sz="2175" b="1">
                <a:solidFill>
                  <a:srgbClr val="192C2A"/>
                </a:solidFill>
                <a:latin typeface="Arial"/>
                <a:ea typeface="Arial"/>
                <a:cs typeface="Arial"/>
              </a:defRPr>
            </a:lvl6pPr>
            <a:lvl7pPr>
              <a:defRPr sz="2175" b="1">
                <a:solidFill>
                  <a:srgbClr val="192C2A"/>
                </a:solidFill>
                <a:latin typeface="Arial"/>
                <a:ea typeface="Arial"/>
                <a:cs typeface="Arial"/>
              </a:defRPr>
            </a:lvl7pPr>
            <a:lvl8pPr>
              <a:defRPr sz="2175" b="1">
                <a:solidFill>
                  <a:srgbClr val="192C2A"/>
                </a:solidFill>
                <a:latin typeface="Arial"/>
                <a:ea typeface="Arial"/>
                <a:cs typeface="Arial"/>
              </a:defRPr>
            </a:lvl8pPr>
            <a:lvl9pPr>
              <a:defRPr sz="2175" b="1">
                <a:solidFill>
                  <a:srgbClr val="192C2A"/>
                </a:solidFill>
                <a:latin typeface="Arial"/>
                <a:ea typeface="Arial"/>
                <a:cs typeface="Arial"/>
              </a:defRPr>
            </a:lvl9pPr>
          </a:lstStyle>
          <a:p xmlns:a="http://schemas.openxmlformats.org/drawingml/2006/main">
            <a:pPr>
              <a:defRPr sz="2175" b="1">
                <a:solidFill>
                  <a:srgbClr val="192C2A"/>
                </a:solidFill>
                <a:latin typeface="Arial"/>
                <a:ea typeface="Arial"/>
                <a:cs typeface="Arial"/>
              </a:defRPr>
            </a:pPr>
            <a:r>
              <a:rPr sz="2175" b="1">
                <a:solidFill>
                  <a:srgbClr val="192C2A"/>
                </a:solidFill>
                <a:latin typeface="Arial"/>
                <a:ea typeface="Arial"/>
                <a:cs typeface="Arial"/>
              </a:rPr>
              <a:t>Следующий шаг</a:t>
            </a:r>
          </a:p>
        </p:txBody>
      </p:sp>
      <p:sp>
        <p:nvSpPr>
          <p:cNvPr id="15" name="text">
            <a:extLst xmlns:a="http://schemas.openxmlformats.org/drawingml/2006/main">
              <a:ext uri="{FF2B5EF4-FFF2-40B4-BE49-F238E27FC236}">
                <a16:creationId xmlns:a16="http://schemas.microsoft.com/office/drawing/2014/main" id="{DD0A4D1E-D985-42A6-80BB-3AE1819455D6}"/>
              </a:ext>
            </a:extLst>
          </p:cNvPr>
          <p:cNvSpPr>
            <a:spLocks xmlns:a="http://schemas.openxmlformats.org/drawingml/2006/main" noGrp="1"/>
          </p:cNvSpPr>
          <p:nvPr/>
        </p:nvSpPr>
        <p:spPr>
          <a:xfrm xmlns:a="http://schemas.openxmlformats.org/drawingml/2006/main">
            <a:off x="5095875" y="5095875"/>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25D"/>
                </a:solidFill>
                <a:latin typeface="Arial"/>
                <a:ea typeface="Arial"/>
                <a:cs typeface="Arial"/>
              </a:defRPr>
            </a:defPPr>
            <a:lvl1pPr>
              <a:defRPr sz="1950" b="0">
                <a:solidFill>
                  <a:srgbClr val="52625D"/>
                </a:solidFill>
                <a:latin typeface="Arial"/>
                <a:ea typeface="Arial"/>
                <a:cs typeface="Arial"/>
              </a:defRPr>
            </a:lvl1pPr>
            <a:lvl2pPr>
              <a:defRPr sz="1950" b="0">
                <a:solidFill>
                  <a:srgbClr val="52625D"/>
                </a:solidFill>
                <a:latin typeface="Arial"/>
                <a:ea typeface="Arial"/>
                <a:cs typeface="Arial"/>
              </a:defRPr>
            </a:lvl2pPr>
            <a:lvl3pPr>
              <a:defRPr sz="1950" b="0">
                <a:solidFill>
                  <a:srgbClr val="52625D"/>
                </a:solidFill>
                <a:latin typeface="Arial"/>
                <a:ea typeface="Arial"/>
                <a:cs typeface="Arial"/>
              </a:defRPr>
            </a:lvl3pPr>
            <a:lvl4pPr>
              <a:defRPr sz="1950" b="0">
                <a:solidFill>
                  <a:srgbClr val="52625D"/>
                </a:solidFill>
                <a:latin typeface="Arial"/>
                <a:ea typeface="Arial"/>
                <a:cs typeface="Arial"/>
              </a:defRPr>
            </a:lvl4pPr>
            <a:lvl5pPr>
              <a:defRPr sz="1950" b="0">
                <a:solidFill>
                  <a:srgbClr val="52625D"/>
                </a:solidFill>
                <a:latin typeface="Arial"/>
                <a:ea typeface="Arial"/>
                <a:cs typeface="Arial"/>
              </a:defRPr>
            </a:lvl5pPr>
            <a:lvl6pPr>
              <a:defRPr sz="1950" b="0">
                <a:solidFill>
                  <a:srgbClr val="52625D"/>
                </a:solidFill>
                <a:latin typeface="Arial"/>
                <a:ea typeface="Arial"/>
                <a:cs typeface="Arial"/>
              </a:defRPr>
            </a:lvl6pPr>
            <a:lvl7pPr>
              <a:defRPr sz="1950" b="0">
                <a:solidFill>
                  <a:srgbClr val="52625D"/>
                </a:solidFill>
                <a:latin typeface="Arial"/>
                <a:ea typeface="Arial"/>
                <a:cs typeface="Arial"/>
              </a:defRPr>
            </a:lvl7pPr>
            <a:lvl8pPr>
              <a:defRPr sz="1950" b="0">
                <a:solidFill>
                  <a:srgbClr val="52625D"/>
                </a:solidFill>
                <a:latin typeface="Arial"/>
                <a:ea typeface="Arial"/>
                <a:cs typeface="Arial"/>
              </a:defRPr>
            </a:lvl8pPr>
            <a:lvl9pPr>
              <a:defRPr sz="1950" b="0">
                <a:solidFill>
                  <a:srgbClr val="52625D"/>
                </a:solidFill>
                <a:latin typeface="Arial"/>
                <a:ea typeface="Arial"/>
                <a:cs typeface="Arial"/>
              </a:defRPr>
            </a:lvl9pPr>
          </a:lstStyle>
          <a:p xmlns:a="http://schemas.openxmlformats.org/drawingml/2006/main">
            <a:pPr>
              <a:defRPr sz="1950" b="0">
                <a:solidFill>
                  <a:srgbClr val="52625D"/>
                </a:solidFill>
                <a:latin typeface="Arial"/>
                <a:ea typeface="Arial"/>
                <a:cs typeface="Arial"/>
              </a:defRPr>
            </a:pPr>
            <a:r>
              <a:rPr sz="1950" b="0">
                <a:solidFill>
                  <a:srgbClr val="52625D"/>
                </a:solidFill>
                <a:latin typeface="Arial"/>
                <a:ea typeface="Arial"/>
                <a:cs typeface="Arial"/>
              </a:rPr>
              <a:t>Действие и срок помогают продолжить процесс.</a:t>
            </a:r>
          </a:p>
        </p:txBody>
      </p:sp>
    </p:spTree>
    <p:extLst>
      <p:ext uri="{BB962C8B-B14F-4D97-AF65-F5344CB8AC3E}">
        <p14:creationId xmlns:p14="http://schemas.microsoft.com/office/powerpoint/2010/main" val="25136354"/>
      </p:ext>
    </p:extLst>
  </p:cSld>
</p:sld>
</file>

<file path=ppt/slides/slide14.xml><?xml version="1.0" encoding="utf-8"?>
<p:sld xmlns:p="http://schemas.openxmlformats.org/presentationml/2006/main">
  <p:cSld>
    <p:bg>
      <p:bgPr>
        <a:solidFill xmlns:a="http://schemas.openxmlformats.org/drawingml/2006/main">
          <a:srgbClr val="192C2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EA244FDF-A915-4246-9968-8DD45A5D4328}"/>
              </a:ext>
            </a:extLst>
          </p:cNvPr>
          <p:cNvSpPr>
            <a:spLocks xmlns:a="http://schemas.openxmlformats.org/drawingml/2006/main" noGrp="1"/>
          </p:cNvSpPr>
          <p:nvPr/>
        </p:nvSpPr>
        <p:spPr>
          <a:xfrm xmlns:a="http://schemas.openxmlformats.org/drawingml/2006/main">
            <a:off x="609600" y="533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5F1E8"/>
                </a:solidFill>
                <a:latin typeface="Arial"/>
                <a:ea typeface="Arial"/>
                <a:cs typeface="Arial"/>
              </a:defRPr>
            </a:defPPr>
            <a:lvl1pPr>
              <a:defRPr sz="3225" b="1">
                <a:solidFill>
                  <a:srgbClr val="F5F1E8"/>
                </a:solidFill>
                <a:latin typeface="Arial"/>
                <a:ea typeface="Arial"/>
                <a:cs typeface="Arial"/>
              </a:defRPr>
            </a:lvl1pPr>
            <a:lvl2pPr>
              <a:defRPr sz="3225" b="1">
                <a:solidFill>
                  <a:srgbClr val="F5F1E8"/>
                </a:solidFill>
                <a:latin typeface="Arial"/>
                <a:ea typeface="Arial"/>
                <a:cs typeface="Arial"/>
              </a:defRPr>
            </a:lvl2pPr>
            <a:lvl3pPr>
              <a:defRPr sz="3225" b="1">
                <a:solidFill>
                  <a:srgbClr val="F5F1E8"/>
                </a:solidFill>
                <a:latin typeface="Arial"/>
                <a:ea typeface="Arial"/>
                <a:cs typeface="Arial"/>
              </a:defRPr>
            </a:lvl3pPr>
            <a:lvl4pPr>
              <a:defRPr sz="3225" b="1">
                <a:solidFill>
                  <a:srgbClr val="F5F1E8"/>
                </a:solidFill>
                <a:latin typeface="Arial"/>
                <a:ea typeface="Arial"/>
                <a:cs typeface="Arial"/>
              </a:defRPr>
            </a:lvl4pPr>
            <a:lvl5pPr>
              <a:defRPr sz="3225" b="1">
                <a:solidFill>
                  <a:srgbClr val="F5F1E8"/>
                </a:solidFill>
                <a:latin typeface="Arial"/>
                <a:ea typeface="Arial"/>
                <a:cs typeface="Arial"/>
              </a:defRPr>
            </a:lvl5pPr>
            <a:lvl6pPr>
              <a:defRPr sz="3225" b="1">
                <a:solidFill>
                  <a:srgbClr val="F5F1E8"/>
                </a:solidFill>
                <a:latin typeface="Arial"/>
                <a:ea typeface="Arial"/>
                <a:cs typeface="Arial"/>
              </a:defRPr>
            </a:lvl6pPr>
            <a:lvl7pPr>
              <a:defRPr sz="3225" b="1">
                <a:solidFill>
                  <a:srgbClr val="F5F1E8"/>
                </a:solidFill>
                <a:latin typeface="Arial"/>
                <a:ea typeface="Arial"/>
                <a:cs typeface="Arial"/>
              </a:defRPr>
            </a:lvl7pPr>
            <a:lvl8pPr>
              <a:defRPr sz="3225" b="1">
                <a:solidFill>
                  <a:srgbClr val="F5F1E8"/>
                </a:solidFill>
                <a:latin typeface="Arial"/>
                <a:ea typeface="Arial"/>
                <a:cs typeface="Arial"/>
              </a:defRPr>
            </a:lvl8pPr>
            <a:lvl9pPr>
              <a:defRPr sz="3225" b="1">
                <a:solidFill>
                  <a:srgbClr val="F5F1E8"/>
                </a:solidFill>
                <a:latin typeface="Arial"/>
                <a:ea typeface="Arial"/>
                <a:cs typeface="Arial"/>
              </a:defRPr>
            </a:lvl9pPr>
          </a:lstStyle>
          <a:p xmlns:a="http://schemas.openxmlformats.org/drawingml/2006/main">
            <a:pPr>
              <a:defRPr sz="3225" b="1">
                <a:solidFill>
                  <a:srgbClr val="F5F1E8"/>
                </a:solidFill>
                <a:latin typeface="Arial"/>
                <a:ea typeface="Arial"/>
                <a:cs typeface="Arial"/>
              </a:defRPr>
            </a:pPr>
            <a:r>
              <a:rPr sz="3225" b="1">
                <a:solidFill>
                  <a:srgbClr val="F5F1E8"/>
                </a:solidFill>
                <a:latin typeface="Arial"/>
                <a:ea typeface="Arial"/>
                <a:cs typeface="Arial"/>
              </a:rPr>
              <a:t>Эвалюация качества решений</a:t>
            </a:r>
          </a:p>
        </p:txBody>
      </p:sp>
      <p:sp>
        <p:nvSpPr>
          <p:cNvPr id="2" name="subtitle">
            <a:extLst xmlns:a="http://schemas.openxmlformats.org/drawingml/2006/main">
              <a:ext uri="{FF2B5EF4-FFF2-40B4-BE49-F238E27FC236}">
                <a16:creationId xmlns:a16="http://schemas.microsoft.com/office/drawing/2014/main" id="{A69C2068-67BB-404B-9CAC-4FF20CFFD50A}"/>
              </a:ext>
            </a:extLst>
          </p:cNvPr>
          <p:cNvSpPr>
            <a:spLocks xmlns:a="http://schemas.openxmlformats.org/drawingml/2006/main" noGrp="1"/>
          </p:cNvSpPr>
          <p:nvPr/>
        </p:nvSpPr>
        <p:spPr>
          <a:xfrm xmlns:a="http://schemas.openxmlformats.org/drawingml/2006/main">
            <a:off x="628650" y="146685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7E6DD"/>
                </a:solidFill>
                <a:latin typeface="Arial"/>
                <a:ea typeface="Arial"/>
                <a:cs typeface="Arial"/>
              </a:defRPr>
            </a:defPPr>
            <a:lvl1pPr>
              <a:defRPr sz="1875" b="0">
                <a:solidFill>
                  <a:srgbClr val="D7E6DD"/>
                </a:solidFill>
                <a:latin typeface="Arial"/>
                <a:ea typeface="Arial"/>
                <a:cs typeface="Arial"/>
              </a:defRPr>
            </a:lvl1pPr>
            <a:lvl2pPr>
              <a:defRPr sz="1875" b="0">
                <a:solidFill>
                  <a:srgbClr val="D7E6DD"/>
                </a:solidFill>
                <a:latin typeface="Arial"/>
                <a:ea typeface="Arial"/>
                <a:cs typeface="Arial"/>
              </a:defRPr>
            </a:lvl2pPr>
            <a:lvl3pPr>
              <a:defRPr sz="1875" b="0">
                <a:solidFill>
                  <a:srgbClr val="D7E6DD"/>
                </a:solidFill>
                <a:latin typeface="Arial"/>
                <a:ea typeface="Arial"/>
                <a:cs typeface="Arial"/>
              </a:defRPr>
            </a:lvl3pPr>
            <a:lvl4pPr>
              <a:defRPr sz="1875" b="0">
                <a:solidFill>
                  <a:srgbClr val="D7E6DD"/>
                </a:solidFill>
                <a:latin typeface="Arial"/>
                <a:ea typeface="Arial"/>
                <a:cs typeface="Arial"/>
              </a:defRPr>
            </a:lvl4pPr>
            <a:lvl5pPr>
              <a:defRPr sz="1875" b="0">
                <a:solidFill>
                  <a:srgbClr val="D7E6DD"/>
                </a:solidFill>
                <a:latin typeface="Arial"/>
                <a:ea typeface="Arial"/>
                <a:cs typeface="Arial"/>
              </a:defRPr>
            </a:lvl5pPr>
            <a:lvl6pPr>
              <a:defRPr sz="1875" b="0">
                <a:solidFill>
                  <a:srgbClr val="D7E6DD"/>
                </a:solidFill>
                <a:latin typeface="Arial"/>
                <a:ea typeface="Arial"/>
                <a:cs typeface="Arial"/>
              </a:defRPr>
            </a:lvl6pPr>
            <a:lvl7pPr>
              <a:defRPr sz="1875" b="0">
                <a:solidFill>
                  <a:srgbClr val="D7E6DD"/>
                </a:solidFill>
                <a:latin typeface="Arial"/>
                <a:ea typeface="Arial"/>
                <a:cs typeface="Arial"/>
              </a:defRPr>
            </a:lvl7pPr>
            <a:lvl8pPr>
              <a:defRPr sz="1875" b="0">
                <a:solidFill>
                  <a:srgbClr val="D7E6DD"/>
                </a:solidFill>
                <a:latin typeface="Arial"/>
                <a:ea typeface="Arial"/>
                <a:cs typeface="Arial"/>
              </a:defRPr>
            </a:lvl8pPr>
            <a:lvl9pPr>
              <a:defRPr sz="1875" b="0">
                <a:solidFill>
                  <a:srgbClr val="D7E6DD"/>
                </a:solidFill>
                <a:latin typeface="Arial"/>
                <a:ea typeface="Arial"/>
                <a:cs typeface="Arial"/>
              </a:defRPr>
            </a:lvl9pPr>
          </a:lstStyle>
          <a:p xmlns:a="http://schemas.openxmlformats.org/drawingml/2006/main">
            <a:pPr>
              <a:defRPr sz="1875" b="0">
                <a:solidFill>
                  <a:srgbClr val="D7E6DD"/>
                </a:solidFill>
                <a:latin typeface="Arial"/>
                <a:ea typeface="Arial"/>
                <a:cs typeface="Arial"/>
              </a:defRPr>
            </a:pPr>
            <a:r>
              <a:rPr sz="1875" b="0">
                <a:solidFill>
                  <a:srgbClr val="D7E6DD"/>
                </a:solidFill>
                <a:latin typeface="Arial"/>
                <a:ea typeface="Arial"/>
                <a:cs typeface="Arial"/>
              </a:rPr>
              <a:t>Метрики сравнивают профессию, найм и полезность отбора с ответами человека</a:t>
            </a:r>
          </a:p>
        </p:txBody>
      </p:sp>
      <p:sp>
        <p:nvSpPr>
          <p:cNvPr id="3" name="slide-number">
            <a:extLst xmlns:a="http://schemas.openxmlformats.org/drawingml/2006/main">
              <a:ext uri="{FF2B5EF4-FFF2-40B4-BE49-F238E27FC236}">
                <a16:creationId xmlns:a16="http://schemas.microsoft.com/office/drawing/2014/main" id="{01E24435-0A75-4CCA-A768-BF878811C57A}"/>
              </a:ext>
            </a:extLst>
          </p:cNvPr>
          <p:cNvSpPr>
            <a:spLocks xmlns:a="http://schemas.openxmlformats.org/drawingml/2006/main" noGrp="1"/>
          </p:cNvSpPr>
          <p:nvPr/>
        </p:nvSpPr>
        <p:spPr>
          <a:xfrm xmlns:a="http://schemas.openxmlformats.org/drawingml/2006/main">
            <a:off x="11239500"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D7E6DD"/>
                </a:solidFill>
                <a:latin typeface="Arial"/>
                <a:ea typeface="Arial"/>
                <a:cs typeface="Arial"/>
              </a:defRPr>
            </a:defPPr>
            <a:lvl1pPr>
              <a:defRPr sz="1350" b="0">
                <a:solidFill>
                  <a:srgbClr val="D7E6DD"/>
                </a:solidFill>
                <a:latin typeface="Arial"/>
                <a:ea typeface="Arial"/>
                <a:cs typeface="Arial"/>
              </a:defRPr>
            </a:lvl1pPr>
            <a:lvl2pPr>
              <a:defRPr sz="1350" b="0">
                <a:solidFill>
                  <a:srgbClr val="D7E6DD"/>
                </a:solidFill>
                <a:latin typeface="Arial"/>
                <a:ea typeface="Arial"/>
                <a:cs typeface="Arial"/>
              </a:defRPr>
            </a:lvl2pPr>
            <a:lvl3pPr>
              <a:defRPr sz="1350" b="0">
                <a:solidFill>
                  <a:srgbClr val="D7E6DD"/>
                </a:solidFill>
                <a:latin typeface="Arial"/>
                <a:ea typeface="Arial"/>
                <a:cs typeface="Arial"/>
              </a:defRPr>
            </a:lvl3pPr>
            <a:lvl4pPr>
              <a:defRPr sz="1350" b="0">
                <a:solidFill>
                  <a:srgbClr val="D7E6DD"/>
                </a:solidFill>
                <a:latin typeface="Arial"/>
                <a:ea typeface="Arial"/>
                <a:cs typeface="Arial"/>
              </a:defRPr>
            </a:lvl4pPr>
            <a:lvl5pPr>
              <a:defRPr sz="1350" b="0">
                <a:solidFill>
                  <a:srgbClr val="D7E6DD"/>
                </a:solidFill>
                <a:latin typeface="Arial"/>
                <a:ea typeface="Arial"/>
                <a:cs typeface="Arial"/>
              </a:defRPr>
            </a:lvl5pPr>
            <a:lvl6pPr>
              <a:defRPr sz="1350" b="0">
                <a:solidFill>
                  <a:srgbClr val="D7E6DD"/>
                </a:solidFill>
                <a:latin typeface="Arial"/>
                <a:ea typeface="Arial"/>
                <a:cs typeface="Arial"/>
              </a:defRPr>
            </a:lvl6pPr>
            <a:lvl7pPr>
              <a:defRPr sz="1350" b="0">
                <a:solidFill>
                  <a:srgbClr val="D7E6DD"/>
                </a:solidFill>
                <a:latin typeface="Arial"/>
                <a:ea typeface="Arial"/>
                <a:cs typeface="Arial"/>
              </a:defRPr>
            </a:lvl7pPr>
            <a:lvl8pPr>
              <a:defRPr sz="1350" b="0">
                <a:solidFill>
                  <a:srgbClr val="D7E6DD"/>
                </a:solidFill>
                <a:latin typeface="Arial"/>
                <a:ea typeface="Arial"/>
                <a:cs typeface="Arial"/>
              </a:defRPr>
            </a:lvl8pPr>
            <a:lvl9pPr>
              <a:defRPr sz="1350" b="0">
                <a:solidFill>
                  <a:srgbClr val="D7E6DD"/>
                </a:solidFill>
                <a:latin typeface="Arial"/>
                <a:ea typeface="Arial"/>
                <a:cs typeface="Arial"/>
              </a:defRPr>
            </a:lvl9pPr>
          </a:lstStyle>
          <a:p xmlns:a="http://schemas.openxmlformats.org/drawingml/2006/main">
            <a:pPr>
              <a:defRPr sz="1350" b="0">
                <a:solidFill>
                  <a:srgbClr val="D7E6DD"/>
                </a:solidFill>
                <a:latin typeface="Arial"/>
                <a:ea typeface="Arial"/>
                <a:cs typeface="Arial"/>
              </a:defRPr>
            </a:pPr>
            <a:r>
              <a:rPr sz="1350" b="0">
                <a:solidFill>
                  <a:srgbClr val="D7E6DD"/>
                </a:solidFill>
                <a:latin typeface="Arial"/>
                <a:ea typeface="Arial"/>
                <a:cs typeface="Arial"/>
              </a:rPr>
              <a:t>14</a:t>
            </a:r>
          </a:p>
        </p:txBody>
      </p:sp>
      <p:sp>
        <p:nvSpPr>
          <p:cNvPr id="4" name="text">
            <a:extLst xmlns:a="http://schemas.openxmlformats.org/drawingml/2006/main">
              <a:ext uri="{FF2B5EF4-FFF2-40B4-BE49-F238E27FC236}">
                <a16:creationId xmlns:a16="http://schemas.microsoft.com/office/drawing/2014/main" id="{C30F776C-E4EA-4C6A-80D1-788693BAD79C}"/>
              </a:ext>
            </a:extLst>
          </p:cNvPr>
          <p:cNvSpPr>
            <a:spLocks xmlns:a="http://schemas.openxmlformats.org/drawingml/2006/main" noGrp="1"/>
          </p:cNvSpPr>
          <p:nvPr/>
        </p:nvSpPr>
        <p:spPr>
          <a:xfrm xmlns:a="http://schemas.openxmlformats.org/drawingml/2006/main">
            <a:off x="628650" y="24003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D7E6DD"/>
                </a:solidFill>
                <a:latin typeface="Arial"/>
                <a:ea typeface="Arial"/>
                <a:cs typeface="Arial"/>
              </a:defRPr>
            </a:defPPr>
            <a:lvl1pPr>
              <a:defRPr sz="2100" b="1">
                <a:solidFill>
                  <a:srgbClr val="D7E6DD"/>
                </a:solidFill>
                <a:latin typeface="Arial"/>
                <a:ea typeface="Arial"/>
                <a:cs typeface="Arial"/>
              </a:defRPr>
            </a:lvl1pPr>
            <a:lvl2pPr>
              <a:defRPr sz="2100" b="1">
                <a:solidFill>
                  <a:srgbClr val="D7E6DD"/>
                </a:solidFill>
                <a:latin typeface="Arial"/>
                <a:ea typeface="Arial"/>
                <a:cs typeface="Arial"/>
              </a:defRPr>
            </a:lvl2pPr>
            <a:lvl3pPr>
              <a:defRPr sz="2100" b="1">
                <a:solidFill>
                  <a:srgbClr val="D7E6DD"/>
                </a:solidFill>
                <a:latin typeface="Arial"/>
                <a:ea typeface="Arial"/>
                <a:cs typeface="Arial"/>
              </a:defRPr>
            </a:lvl3pPr>
            <a:lvl4pPr>
              <a:defRPr sz="2100" b="1">
                <a:solidFill>
                  <a:srgbClr val="D7E6DD"/>
                </a:solidFill>
                <a:latin typeface="Arial"/>
                <a:ea typeface="Arial"/>
                <a:cs typeface="Arial"/>
              </a:defRPr>
            </a:lvl4pPr>
            <a:lvl5pPr>
              <a:defRPr sz="2100" b="1">
                <a:solidFill>
                  <a:srgbClr val="D7E6DD"/>
                </a:solidFill>
                <a:latin typeface="Arial"/>
                <a:ea typeface="Arial"/>
                <a:cs typeface="Arial"/>
              </a:defRPr>
            </a:lvl5pPr>
            <a:lvl6pPr>
              <a:defRPr sz="2100" b="1">
                <a:solidFill>
                  <a:srgbClr val="D7E6DD"/>
                </a:solidFill>
                <a:latin typeface="Arial"/>
                <a:ea typeface="Arial"/>
                <a:cs typeface="Arial"/>
              </a:defRPr>
            </a:lvl6pPr>
            <a:lvl7pPr>
              <a:defRPr sz="2100" b="1">
                <a:solidFill>
                  <a:srgbClr val="D7E6DD"/>
                </a:solidFill>
                <a:latin typeface="Arial"/>
                <a:ea typeface="Arial"/>
                <a:cs typeface="Arial"/>
              </a:defRPr>
            </a:lvl7pPr>
            <a:lvl8pPr>
              <a:defRPr sz="2100" b="1">
                <a:solidFill>
                  <a:srgbClr val="D7E6DD"/>
                </a:solidFill>
                <a:latin typeface="Arial"/>
                <a:ea typeface="Arial"/>
                <a:cs typeface="Arial"/>
              </a:defRPr>
            </a:lvl8pPr>
            <a:lvl9pPr>
              <a:defRPr sz="2100" b="1">
                <a:solidFill>
                  <a:srgbClr val="D7E6DD"/>
                </a:solidFill>
                <a:latin typeface="Arial"/>
                <a:ea typeface="Arial"/>
                <a:cs typeface="Arial"/>
              </a:defRPr>
            </a:lvl9pPr>
          </a:lstStyle>
          <a:p xmlns:a="http://schemas.openxmlformats.org/drawingml/2006/main">
            <a:pPr>
              <a:defRPr sz="2100" b="1">
                <a:solidFill>
                  <a:srgbClr val="D7E6DD"/>
                </a:solidFill>
                <a:latin typeface="Arial"/>
                <a:ea typeface="Arial"/>
                <a:cs typeface="Arial"/>
              </a:defRPr>
            </a:pPr>
            <a:r>
              <a:rPr sz="2100" b="1">
                <a:solidFill>
                  <a:srgbClr val="D7E6DD"/>
                </a:solidFill>
                <a:latin typeface="Arial"/>
                <a:ea typeface="Arial"/>
                <a:cs typeface="Arial"/>
              </a:rPr>
              <a:t>Precision: точность</a:t>
            </a:r>
          </a:p>
        </p:txBody>
      </p:sp>
      <p:sp>
        <p:nvSpPr>
          <p:cNvPr id="5" name="text">
            <a:extLst xmlns:a="http://schemas.openxmlformats.org/drawingml/2006/main">
              <a:ext uri="{FF2B5EF4-FFF2-40B4-BE49-F238E27FC236}">
                <a16:creationId xmlns:a16="http://schemas.microsoft.com/office/drawing/2014/main" id="{42F56117-4BA6-46A9-8C68-4E5B81E23F50}"/>
              </a:ext>
            </a:extLst>
          </p:cNvPr>
          <p:cNvSpPr>
            <a:spLocks xmlns:a="http://schemas.openxmlformats.org/drawingml/2006/main" noGrp="1"/>
          </p:cNvSpPr>
          <p:nvPr/>
        </p:nvSpPr>
        <p:spPr>
          <a:xfrm xmlns:a="http://schemas.openxmlformats.org/drawingml/2006/main">
            <a:off x="628650" y="2990850"/>
            <a:ext cx="48577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5F1E8"/>
                </a:solidFill>
                <a:latin typeface="Arial"/>
                <a:ea typeface="Arial"/>
                <a:cs typeface="Arial"/>
              </a:defRPr>
            </a:defPPr>
            <a:lvl1pPr>
              <a:defRPr sz="2100" b="0">
                <a:solidFill>
                  <a:srgbClr val="F5F1E8"/>
                </a:solidFill>
                <a:latin typeface="Arial"/>
                <a:ea typeface="Arial"/>
                <a:cs typeface="Arial"/>
              </a:defRPr>
            </a:lvl1pPr>
            <a:lvl2pPr>
              <a:defRPr sz="2100" b="0">
                <a:solidFill>
                  <a:srgbClr val="F5F1E8"/>
                </a:solidFill>
                <a:latin typeface="Arial"/>
                <a:ea typeface="Arial"/>
                <a:cs typeface="Arial"/>
              </a:defRPr>
            </a:lvl2pPr>
            <a:lvl3pPr>
              <a:defRPr sz="2100" b="0">
                <a:solidFill>
                  <a:srgbClr val="F5F1E8"/>
                </a:solidFill>
                <a:latin typeface="Arial"/>
                <a:ea typeface="Arial"/>
                <a:cs typeface="Arial"/>
              </a:defRPr>
            </a:lvl3pPr>
            <a:lvl4pPr>
              <a:defRPr sz="2100" b="0">
                <a:solidFill>
                  <a:srgbClr val="F5F1E8"/>
                </a:solidFill>
                <a:latin typeface="Arial"/>
                <a:ea typeface="Arial"/>
                <a:cs typeface="Arial"/>
              </a:defRPr>
            </a:lvl4pPr>
            <a:lvl5pPr>
              <a:defRPr sz="2100" b="0">
                <a:solidFill>
                  <a:srgbClr val="F5F1E8"/>
                </a:solidFill>
                <a:latin typeface="Arial"/>
                <a:ea typeface="Arial"/>
                <a:cs typeface="Arial"/>
              </a:defRPr>
            </a:lvl5pPr>
            <a:lvl6pPr>
              <a:defRPr sz="2100" b="0">
                <a:solidFill>
                  <a:srgbClr val="F5F1E8"/>
                </a:solidFill>
                <a:latin typeface="Arial"/>
                <a:ea typeface="Arial"/>
                <a:cs typeface="Arial"/>
              </a:defRPr>
            </a:lvl6pPr>
            <a:lvl7pPr>
              <a:defRPr sz="2100" b="0">
                <a:solidFill>
                  <a:srgbClr val="F5F1E8"/>
                </a:solidFill>
                <a:latin typeface="Arial"/>
                <a:ea typeface="Arial"/>
                <a:cs typeface="Arial"/>
              </a:defRPr>
            </a:lvl7pPr>
            <a:lvl8pPr>
              <a:defRPr sz="2100" b="0">
                <a:solidFill>
                  <a:srgbClr val="F5F1E8"/>
                </a:solidFill>
                <a:latin typeface="Arial"/>
                <a:ea typeface="Arial"/>
                <a:cs typeface="Arial"/>
              </a:defRPr>
            </a:lvl8pPr>
            <a:lvl9pPr>
              <a:defRPr sz="2100" b="0">
                <a:solidFill>
                  <a:srgbClr val="F5F1E8"/>
                </a:solidFill>
                <a:latin typeface="Arial"/>
                <a:ea typeface="Arial"/>
                <a:cs typeface="Arial"/>
              </a:defRPr>
            </a:lvl9pPr>
          </a:lstStyle>
          <a:p xmlns:a="http://schemas.openxmlformats.org/drawingml/2006/main">
            <a:pPr>
              <a:defRPr sz="2100" b="0">
                <a:solidFill>
                  <a:srgbClr val="F5F1E8"/>
                </a:solidFill>
                <a:latin typeface="Arial"/>
                <a:ea typeface="Arial"/>
                <a:cs typeface="Arial"/>
              </a:defRPr>
            </a:pPr>
            <a:r>
              <a:rPr sz="2100" b="0">
                <a:solidFill>
                  <a:srgbClr val="F5F1E8"/>
                </a:solidFill>
                <a:latin typeface="Arial"/>
                <a:ea typeface="Arial"/>
                <a:cs typeface="Arial"/>
              </a:rPr>
              <a:t>Из показанных подходящих</a:t>
            </a:r>
          </a:p>
          <a:p xmlns:a="http://schemas.openxmlformats.org/drawingml/2006/main">
            <a:pPr>
              <a:defRPr sz="2100" b="0">
                <a:solidFill>
                  <a:srgbClr val="F5F1E8"/>
                </a:solidFill>
                <a:latin typeface="Arial"/>
                <a:ea typeface="Arial"/>
                <a:cs typeface="Arial"/>
              </a:defRPr>
            </a:pPr>
            <a:r>
              <a:rPr sz="2100" b="0">
                <a:solidFill>
                  <a:srgbClr val="F5F1E8"/>
                </a:solidFill>
                <a:latin typeface="Arial"/>
                <a:ea typeface="Arial"/>
                <a:cs typeface="Arial"/>
              </a:rPr>
              <a:t>какую долю человек подтвердил?</a:t>
            </a:r>
          </a:p>
          <a:p xmlns:a="http://schemas.openxmlformats.org/drawingml/2006/main">
            <a:pPr>
              <a:defRPr sz="2100" b="0">
                <a:solidFill>
                  <a:srgbClr val="F5F1E8"/>
                </a:solidFill>
                <a:latin typeface="Arial"/>
                <a:ea typeface="Arial"/>
                <a:cs typeface="Arial"/>
              </a:defRPr>
            </a:pPr>
            <a:r>
              <a:rPr sz="2100" b="0">
                <a:solidFill>
                  <a:srgbClr val="F5F1E8"/>
                </a:solidFill>
                <a:latin typeface="Arial"/>
                <a:ea typeface="Arial"/>
                <a:cs typeface="Arial"/>
              </a:rPr>
              <a:t>Высокая точность снижает</a:t>
            </a:r>
          </a:p>
          <a:p xmlns:a="http://schemas.openxmlformats.org/drawingml/2006/main">
            <a:pPr>
              <a:defRPr sz="2100" b="0">
                <a:solidFill>
                  <a:srgbClr val="F5F1E8"/>
                </a:solidFill>
                <a:latin typeface="Arial"/>
                <a:ea typeface="Arial"/>
                <a:cs typeface="Arial"/>
              </a:defRPr>
            </a:pPr>
            <a:r>
              <a:rPr sz="2100" b="0">
                <a:solidFill>
                  <a:srgbClr val="F5F1E8"/>
                </a:solidFill>
                <a:latin typeface="Arial"/>
                <a:ea typeface="Arial"/>
                <a:cs typeface="Arial"/>
              </a:rPr>
              <a:t>время на бесполезный просмотр.</a:t>
            </a:r>
          </a:p>
        </p:txBody>
      </p:sp>
      <p:sp>
        <p:nvSpPr>
          <p:cNvPr id="6" name="text">
            <a:extLst xmlns:a="http://schemas.openxmlformats.org/drawingml/2006/main">
              <a:ext uri="{FF2B5EF4-FFF2-40B4-BE49-F238E27FC236}">
                <a16:creationId xmlns:a16="http://schemas.microsoft.com/office/drawing/2014/main" id="{7FB4D4A5-EDE2-499E-8607-E24EB315D5FD}"/>
              </a:ext>
            </a:extLst>
          </p:cNvPr>
          <p:cNvSpPr>
            <a:spLocks xmlns:a="http://schemas.openxmlformats.org/drawingml/2006/main" noGrp="1"/>
          </p:cNvSpPr>
          <p:nvPr/>
        </p:nvSpPr>
        <p:spPr>
          <a:xfrm xmlns:a="http://schemas.openxmlformats.org/drawingml/2006/main">
            <a:off x="6343650" y="24003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D7E6DD"/>
                </a:solidFill>
                <a:latin typeface="Arial"/>
                <a:ea typeface="Arial"/>
                <a:cs typeface="Arial"/>
              </a:defRPr>
            </a:defPPr>
            <a:lvl1pPr>
              <a:defRPr sz="2100" b="1">
                <a:solidFill>
                  <a:srgbClr val="D7E6DD"/>
                </a:solidFill>
                <a:latin typeface="Arial"/>
                <a:ea typeface="Arial"/>
                <a:cs typeface="Arial"/>
              </a:defRPr>
            </a:lvl1pPr>
            <a:lvl2pPr>
              <a:defRPr sz="2100" b="1">
                <a:solidFill>
                  <a:srgbClr val="D7E6DD"/>
                </a:solidFill>
                <a:latin typeface="Arial"/>
                <a:ea typeface="Arial"/>
                <a:cs typeface="Arial"/>
              </a:defRPr>
            </a:lvl2pPr>
            <a:lvl3pPr>
              <a:defRPr sz="2100" b="1">
                <a:solidFill>
                  <a:srgbClr val="D7E6DD"/>
                </a:solidFill>
                <a:latin typeface="Arial"/>
                <a:ea typeface="Arial"/>
                <a:cs typeface="Arial"/>
              </a:defRPr>
            </a:lvl3pPr>
            <a:lvl4pPr>
              <a:defRPr sz="2100" b="1">
                <a:solidFill>
                  <a:srgbClr val="D7E6DD"/>
                </a:solidFill>
                <a:latin typeface="Arial"/>
                <a:ea typeface="Arial"/>
                <a:cs typeface="Arial"/>
              </a:defRPr>
            </a:lvl4pPr>
            <a:lvl5pPr>
              <a:defRPr sz="2100" b="1">
                <a:solidFill>
                  <a:srgbClr val="D7E6DD"/>
                </a:solidFill>
                <a:latin typeface="Arial"/>
                <a:ea typeface="Arial"/>
                <a:cs typeface="Arial"/>
              </a:defRPr>
            </a:lvl5pPr>
            <a:lvl6pPr>
              <a:defRPr sz="2100" b="1">
                <a:solidFill>
                  <a:srgbClr val="D7E6DD"/>
                </a:solidFill>
                <a:latin typeface="Arial"/>
                <a:ea typeface="Arial"/>
                <a:cs typeface="Arial"/>
              </a:defRPr>
            </a:lvl6pPr>
            <a:lvl7pPr>
              <a:defRPr sz="2100" b="1">
                <a:solidFill>
                  <a:srgbClr val="D7E6DD"/>
                </a:solidFill>
                <a:latin typeface="Arial"/>
                <a:ea typeface="Arial"/>
                <a:cs typeface="Arial"/>
              </a:defRPr>
            </a:lvl7pPr>
            <a:lvl8pPr>
              <a:defRPr sz="2100" b="1">
                <a:solidFill>
                  <a:srgbClr val="D7E6DD"/>
                </a:solidFill>
                <a:latin typeface="Arial"/>
                <a:ea typeface="Arial"/>
                <a:cs typeface="Arial"/>
              </a:defRPr>
            </a:lvl8pPr>
            <a:lvl9pPr>
              <a:defRPr sz="2100" b="1">
                <a:solidFill>
                  <a:srgbClr val="D7E6DD"/>
                </a:solidFill>
                <a:latin typeface="Arial"/>
                <a:ea typeface="Arial"/>
                <a:cs typeface="Arial"/>
              </a:defRPr>
            </a:lvl9pPr>
          </a:lstStyle>
          <a:p xmlns:a="http://schemas.openxmlformats.org/drawingml/2006/main">
            <a:pPr>
              <a:defRPr sz="2100" b="1">
                <a:solidFill>
                  <a:srgbClr val="D7E6DD"/>
                </a:solidFill>
                <a:latin typeface="Arial"/>
                <a:ea typeface="Arial"/>
                <a:cs typeface="Arial"/>
              </a:defRPr>
            </a:pPr>
            <a:r>
              <a:rPr sz="2100" b="1">
                <a:solidFill>
                  <a:srgbClr val="D7E6DD"/>
                </a:solidFill>
                <a:latin typeface="Arial"/>
                <a:ea typeface="Arial"/>
                <a:cs typeface="Arial"/>
              </a:rPr>
              <a:t>Recall: полнота</a:t>
            </a:r>
          </a:p>
        </p:txBody>
      </p:sp>
      <p:sp>
        <p:nvSpPr>
          <p:cNvPr id="7" name="text">
            <a:extLst xmlns:a="http://schemas.openxmlformats.org/drawingml/2006/main">
              <a:ext uri="{FF2B5EF4-FFF2-40B4-BE49-F238E27FC236}">
                <a16:creationId xmlns:a16="http://schemas.microsoft.com/office/drawing/2014/main" id="{CAAF0CDB-4E72-48D6-B3BF-22D7D88AB626}"/>
              </a:ext>
            </a:extLst>
          </p:cNvPr>
          <p:cNvSpPr>
            <a:spLocks xmlns:a="http://schemas.openxmlformats.org/drawingml/2006/main" noGrp="1"/>
          </p:cNvSpPr>
          <p:nvPr/>
        </p:nvSpPr>
        <p:spPr>
          <a:xfrm xmlns:a="http://schemas.openxmlformats.org/drawingml/2006/main">
            <a:off x="6343650" y="2990850"/>
            <a:ext cx="52387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5F1E8"/>
                </a:solidFill>
                <a:latin typeface="Arial"/>
                <a:ea typeface="Arial"/>
                <a:cs typeface="Arial"/>
              </a:defRPr>
            </a:defPPr>
            <a:lvl1pPr>
              <a:defRPr sz="2100" b="0">
                <a:solidFill>
                  <a:srgbClr val="F5F1E8"/>
                </a:solidFill>
                <a:latin typeface="Arial"/>
                <a:ea typeface="Arial"/>
                <a:cs typeface="Arial"/>
              </a:defRPr>
            </a:lvl1pPr>
            <a:lvl2pPr>
              <a:defRPr sz="2100" b="0">
                <a:solidFill>
                  <a:srgbClr val="F5F1E8"/>
                </a:solidFill>
                <a:latin typeface="Arial"/>
                <a:ea typeface="Arial"/>
                <a:cs typeface="Arial"/>
              </a:defRPr>
            </a:lvl2pPr>
            <a:lvl3pPr>
              <a:defRPr sz="2100" b="0">
                <a:solidFill>
                  <a:srgbClr val="F5F1E8"/>
                </a:solidFill>
                <a:latin typeface="Arial"/>
                <a:ea typeface="Arial"/>
                <a:cs typeface="Arial"/>
              </a:defRPr>
            </a:lvl3pPr>
            <a:lvl4pPr>
              <a:defRPr sz="2100" b="0">
                <a:solidFill>
                  <a:srgbClr val="F5F1E8"/>
                </a:solidFill>
                <a:latin typeface="Arial"/>
                <a:ea typeface="Arial"/>
                <a:cs typeface="Arial"/>
              </a:defRPr>
            </a:lvl4pPr>
            <a:lvl5pPr>
              <a:defRPr sz="2100" b="0">
                <a:solidFill>
                  <a:srgbClr val="F5F1E8"/>
                </a:solidFill>
                <a:latin typeface="Arial"/>
                <a:ea typeface="Arial"/>
                <a:cs typeface="Arial"/>
              </a:defRPr>
            </a:lvl5pPr>
            <a:lvl6pPr>
              <a:defRPr sz="2100" b="0">
                <a:solidFill>
                  <a:srgbClr val="F5F1E8"/>
                </a:solidFill>
                <a:latin typeface="Arial"/>
                <a:ea typeface="Arial"/>
                <a:cs typeface="Arial"/>
              </a:defRPr>
            </a:lvl6pPr>
            <a:lvl7pPr>
              <a:defRPr sz="2100" b="0">
                <a:solidFill>
                  <a:srgbClr val="F5F1E8"/>
                </a:solidFill>
                <a:latin typeface="Arial"/>
                <a:ea typeface="Arial"/>
                <a:cs typeface="Arial"/>
              </a:defRPr>
            </a:lvl7pPr>
            <a:lvl8pPr>
              <a:defRPr sz="2100" b="0">
                <a:solidFill>
                  <a:srgbClr val="F5F1E8"/>
                </a:solidFill>
                <a:latin typeface="Arial"/>
                <a:ea typeface="Arial"/>
                <a:cs typeface="Arial"/>
              </a:defRPr>
            </a:lvl8pPr>
            <a:lvl9pPr>
              <a:defRPr sz="2100" b="0">
                <a:solidFill>
                  <a:srgbClr val="F5F1E8"/>
                </a:solidFill>
                <a:latin typeface="Arial"/>
                <a:ea typeface="Arial"/>
                <a:cs typeface="Arial"/>
              </a:defRPr>
            </a:lvl9pPr>
          </a:lstStyle>
          <a:p xmlns:a="http://schemas.openxmlformats.org/drawingml/2006/main">
            <a:pPr>
              <a:defRPr sz="2100" b="0">
                <a:solidFill>
                  <a:srgbClr val="F5F1E8"/>
                </a:solidFill>
                <a:latin typeface="Arial"/>
                <a:ea typeface="Arial"/>
                <a:cs typeface="Arial"/>
              </a:defRPr>
            </a:pPr>
            <a:r>
              <a:rPr sz="2100" b="0">
                <a:solidFill>
                  <a:srgbClr val="F5F1E8"/>
                </a:solidFill>
                <a:latin typeface="Arial"/>
                <a:ea typeface="Arial"/>
                <a:cs typeface="Arial"/>
              </a:rPr>
              <a:t>Из всех подходящих в выборке</a:t>
            </a:r>
          </a:p>
          <a:p xmlns:a="http://schemas.openxmlformats.org/drawingml/2006/main">
            <a:pPr>
              <a:defRPr sz="2100" b="0">
                <a:solidFill>
                  <a:srgbClr val="F5F1E8"/>
                </a:solidFill>
                <a:latin typeface="Arial"/>
                <a:ea typeface="Arial"/>
                <a:cs typeface="Arial"/>
              </a:defRPr>
            </a:pPr>
            <a:r>
              <a:rPr sz="2100" b="0">
                <a:solidFill>
                  <a:srgbClr val="F5F1E8"/>
                </a:solidFill>
                <a:latin typeface="Arial"/>
                <a:ea typeface="Arial"/>
                <a:cs typeface="Arial"/>
              </a:rPr>
              <a:t>какую долю система верно отобрала?</a:t>
            </a:r>
          </a:p>
          <a:p xmlns:a="http://schemas.openxmlformats.org/drawingml/2006/main">
            <a:pPr>
              <a:defRPr sz="2100" b="0">
                <a:solidFill>
                  <a:srgbClr val="F5F1E8"/>
                </a:solidFill>
                <a:latin typeface="Arial"/>
                <a:ea typeface="Arial"/>
                <a:cs typeface="Arial"/>
              </a:defRPr>
            </a:pPr>
            <a:r>
              <a:rPr sz="2100" b="0">
                <a:solidFill>
                  <a:srgbClr val="F5F1E8"/>
                </a:solidFill>
                <a:latin typeface="Arial"/>
                <a:ea typeface="Arial"/>
                <a:cs typeface="Arial"/>
              </a:rPr>
              <a:t>Проверка отвергнутых нужна,</a:t>
            </a:r>
          </a:p>
          <a:p xmlns:a="http://schemas.openxmlformats.org/drawingml/2006/main">
            <a:pPr>
              <a:defRPr sz="2100" b="0">
                <a:solidFill>
                  <a:srgbClr val="F5F1E8"/>
                </a:solidFill>
                <a:latin typeface="Arial"/>
                <a:ea typeface="Arial"/>
                <a:cs typeface="Arial"/>
              </a:defRPr>
            </a:pPr>
            <a:r>
              <a:rPr sz="2100" b="0">
                <a:solidFill>
                  <a:srgbClr val="F5F1E8"/>
                </a:solidFill>
                <a:latin typeface="Arial"/>
                <a:ea typeface="Arial"/>
                <a:cs typeface="Arial"/>
              </a:rPr>
              <a:t>чтобы увидеть потерянные случаи.</a:t>
            </a:r>
          </a:p>
        </p:txBody>
      </p:sp>
      <p:sp>
        <p:nvSpPr>
          <p:cNvPr id="8" name="text">
            <a:extLst xmlns:a="http://schemas.openxmlformats.org/drawingml/2006/main">
              <a:ext uri="{FF2B5EF4-FFF2-40B4-BE49-F238E27FC236}">
                <a16:creationId xmlns:a16="http://schemas.microsoft.com/office/drawing/2014/main" id="{EDABC5F1-E98B-43A7-8796-942BC2E765FB}"/>
              </a:ext>
            </a:extLst>
          </p:cNvPr>
          <p:cNvSpPr>
            <a:spLocks xmlns:a="http://schemas.openxmlformats.org/drawingml/2006/main" noGrp="1"/>
          </p:cNvSpPr>
          <p:nvPr/>
        </p:nvSpPr>
        <p:spPr>
          <a:xfrm xmlns:a="http://schemas.openxmlformats.org/drawingml/2006/main">
            <a:off x="628650" y="53911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7E6DD"/>
                </a:solidFill>
                <a:latin typeface="Arial"/>
                <a:ea typeface="Arial"/>
                <a:cs typeface="Arial"/>
              </a:defRPr>
            </a:defPPr>
            <a:lvl1pPr>
              <a:defRPr sz="1950" b="0">
                <a:solidFill>
                  <a:srgbClr val="D7E6DD"/>
                </a:solidFill>
                <a:latin typeface="Arial"/>
                <a:ea typeface="Arial"/>
                <a:cs typeface="Arial"/>
              </a:defRPr>
            </a:lvl1pPr>
            <a:lvl2pPr>
              <a:defRPr sz="1950" b="0">
                <a:solidFill>
                  <a:srgbClr val="D7E6DD"/>
                </a:solidFill>
                <a:latin typeface="Arial"/>
                <a:ea typeface="Arial"/>
                <a:cs typeface="Arial"/>
              </a:defRPr>
            </a:lvl2pPr>
            <a:lvl3pPr>
              <a:defRPr sz="1950" b="0">
                <a:solidFill>
                  <a:srgbClr val="D7E6DD"/>
                </a:solidFill>
                <a:latin typeface="Arial"/>
                <a:ea typeface="Arial"/>
                <a:cs typeface="Arial"/>
              </a:defRPr>
            </a:lvl3pPr>
            <a:lvl4pPr>
              <a:defRPr sz="1950" b="0">
                <a:solidFill>
                  <a:srgbClr val="D7E6DD"/>
                </a:solidFill>
                <a:latin typeface="Arial"/>
                <a:ea typeface="Arial"/>
                <a:cs typeface="Arial"/>
              </a:defRPr>
            </a:lvl4pPr>
            <a:lvl5pPr>
              <a:defRPr sz="1950" b="0">
                <a:solidFill>
                  <a:srgbClr val="D7E6DD"/>
                </a:solidFill>
                <a:latin typeface="Arial"/>
                <a:ea typeface="Arial"/>
                <a:cs typeface="Arial"/>
              </a:defRPr>
            </a:lvl5pPr>
            <a:lvl6pPr>
              <a:defRPr sz="1950" b="0">
                <a:solidFill>
                  <a:srgbClr val="D7E6DD"/>
                </a:solidFill>
                <a:latin typeface="Arial"/>
                <a:ea typeface="Arial"/>
                <a:cs typeface="Arial"/>
              </a:defRPr>
            </a:lvl6pPr>
            <a:lvl7pPr>
              <a:defRPr sz="1950" b="0">
                <a:solidFill>
                  <a:srgbClr val="D7E6DD"/>
                </a:solidFill>
                <a:latin typeface="Arial"/>
                <a:ea typeface="Arial"/>
                <a:cs typeface="Arial"/>
              </a:defRPr>
            </a:lvl7pPr>
            <a:lvl8pPr>
              <a:defRPr sz="1950" b="0">
                <a:solidFill>
                  <a:srgbClr val="D7E6DD"/>
                </a:solidFill>
                <a:latin typeface="Arial"/>
                <a:ea typeface="Arial"/>
                <a:cs typeface="Arial"/>
              </a:defRPr>
            </a:lvl8pPr>
            <a:lvl9pPr>
              <a:defRPr sz="1950" b="0">
                <a:solidFill>
                  <a:srgbClr val="D7E6DD"/>
                </a:solidFill>
                <a:latin typeface="Arial"/>
                <a:ea typeface="Arial"/>
                <a:cs typeface="Arial"/>
              </a:defRPr>
            </a:lvl9pPr>
          </a:lstStyle>
          <a:p xmlns:a="http://schemas.openxmlformats.org/drawingml/2006/main">
            <a:pPr>
              <a:defRPr sz="1950" b="0">
                <a:solidFill>
                  <a:srgbClr val="D7E6DD"/>
                </a:solidFill>
                <a:latin typeface="Arial"/>
                <a:ea typeface="Arial"/>
                <a:cs typeface="Arial"/>
              </a:defRPr>
            </a:pPr>
            <a:r>
              <a:rPr sz="1950" b="0">
                <a:solidFill>
                  <a:srgbClr val="D7E6DD"/>
                </a:solidFill>
                <a:latin typeface="Arial"/>
                <a:ea typeface="Arial"/>
                <a:cs typeface="Arial"/>
              </a:rPr>
              <a:t>Каждой метрике нужны знаменатель, размер выборки и покрытие ответами.</a:t>
            </a:r>
          </a:p>
          <a:p xmlns:a="http://schemas.openxmlformats.org/drawingml/2006/main">
            <a:pPr>
              <a:defRPr sz="1950" b="0">
                <a:solidFill>
                  <a:srgbClr val="D7E6DD"/>
                </a:solidFill>
                <a:latin typeface="Arial"/>
                <a:ea typeface="Arial"/>
                <a:cs typeface="Arial"/>
              </a:defRPr>
            </a:pPr>
            <a:r>
              <a:rPr sz="1950" b="0">
                <a:solidFill>
                  <a:srgbClr val="D7E6DD"/>
                </a:solidFill>
                <a:latin typeface="Arial"/>
                <a:ea typeface="Arial"/>
                <a:cs typeface="Arial"/>
              </a:rPr>
              <a:t>Обычный eval проверяет целостность. Эталон gold нужен для проверки смысла.</a:t>
            </a:r>
          </a:p>
        </p:txBody>
      </p:sp>
    </p:spTree>
    <p:extLst>
      <p:ext uri="{BB962C8B-B14F-4D97-AF65-F5344CB8AC3E}">
        <p14:creationId xmlns:p14="http://schemas.microsoft.com/office/powerpoint/2010/main" val="1127469156"/>
      </p:ext>
    </p:extLst>
  </p:cSld>
</p:sld>
</file>

<file path=ppt/slides/slide1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B7C9F413-A1AC-416B-8937-33AA21B530F3}"/>
              </a:ext>
            </a:extLst>
          </p:cNvPr>
          <p:cNvSpPr>
            <a:spLocks xmlns:a="http://schemas.openxmlformats.org/drawingml/2006/main" noGrp="1"/>
          </p:cNvSpPr>
          <p:nvPr/>
        </p:nvSpPr>
        <p:spPr>
          <a:xfrm xmlns:a="http://schemas.openxmlformats.org/drawingml/2006/main">
            <a:off x="609600" y="533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92C2A"/>
                </a:solidFill>
                <a:latin typeface="Arial"/>
                <a:ea typeface="Arial"/>
                <a:cs typeface="Arial"/>
              </a:defRPr>
            </a:defPPr>
            <a:lvl1pPr>
              <a:defRPr sz="3225" b="1">
                <a:solidFill>
                  <a:srgbClr val="192C2A"/>
                </a:solidFill>
                <a:latin typeface="Arial"/>
                <a:ea typeface="Arial"/>
                <a:cs typeface="Arial"/>
              </a:defRPr>
            </a:lvl1pPr>
            <a:lvl2pPr>
              <a:defRPr sz="3225" b="1">
                <a:solidFill>
                  <a:srgbClr val="192C2A"/>
                </a:solidFill>
                <a:latin typeface="Arial"/>
                <a:ea typeface="Arial"/>
                <a:cs typeface="Arial"/>
              </a:defRPr>
            </a:lvl2pPr>
            <a:lvl3pPr>
              <a:defRPr sz="3225" b="1">
                <a:solidFill>
                  <a:srgbClr val="192C2A"/>
                </a:solidFill>
                <a:latin typeface="Arial"/>
                <a:ea typeface="Arial"/>
                <a:cs typeface="Arial"/>
              </a:defRPr>
            </a:lvl3pPr>
            <a:lvl4pPr>
              <a:defRPr sz="3225" b="1">
                <a:solidFill>
                  <a:srgbClr val="192C2A"/>
                </a:solidFill>
                <a:latin typeface="Arial"/>
                <a:ea typeface="Arial"/>
                <a:cs typeface="Arial"/>
              </a:defRPr>
            </a:lvl4pPr>
            <a:lvl5pPr>
              <a:defRPr sz="3225" b="1">
                <a:solidFill>
                  <a:srgbClr val="192C2A"/>
                </a:solidFill>
                <a:latin typeface="Arial"/>
                <a:ea typeface="Arial"/>
                <a:cs typeface="Arial"/>
              </a:defRPr>
            </a:lvl5pPr>
            <a:lvl6pPr>
              <a:defRPr sz="3225" b="1">
                <a:solidFill>
                  <a:srgbClr val="192C2A"/>
                </a:solidFill>
                <a:latin typeface="Arial"/>
                <a:ea typeface="Arial"/>
                <a:cs typeface="Arial"/>
              </a:defRPr>
            </a:lvl6pPr>
            <a:lvl7pPr>
              <a:defRPr sz="3225" b="1">
                <a:solidFill>
                  <a:srgbClr val="192C2A"/>
                </a:solidFill>
                <a:latin typeface="Arial"/>
                <a:ea typeface="Arial"/>
                <a:cs typeface="Arial"/>
              </a:defRPr>
            </a:lvl7pPr>
            <a:lvl8pPr>
              <a:defRPr sz="3225" b="1">
                <a:solidFill>
                  <a:srgbClr val="192C2A"/>
                </a:solidFill>
                <a:latin typeface="Arial"/>
                <a:ea typeface="Arial"/>
                <a:cs typeface="Arial"/>
              </a:defRPr>
            </a:lvl8pPr>
            <a:lvl9pPr>
              <a:defRPr sz="3225" b="1">
                <a:solidFill>
                  <a:srgbClr val="192C2A"/>
                </a:solidFill>
                <a:latin typeface="Arial"/>
                <a:ea typeface="Arial"/>
                <a:cs typeface="Arial"/>
              </a:defRPr>
            </a:lvl9pPr>
          </a:lstStyle>
          <a:p xmlns:a="http://schemas.openxmlformats.org/drawingml/2006/main">
            <a:pPr>
              <a:defRPr sz="3225" b="1">
                <a:solidFill>
                  <a:srgbClr val="192C2A"/>
                </a:solidFill>
                <a:latin typeface="Arial"/>
                <a:ea typeface="Arial"/>
                <a:cs typeface="Arial"/>
              </a:defRPr>
            </a:pPr>
            <a:r>
              <a:rPr sz="3225" b="1">
                <a:solidFill>
                  <a:srgbClr val="192C2A"/>
                </a:solidFill>
                <a:latin typeface="Arial"/>
                <a:ea typeface="Arial"/>
                <a:cs typeface="Arial"/>
              </a:rPr>
              <a:t>Сравнение на фиксированном наборе</a:t>
            </a:r>
          </a:p>
        </p:txBody>
      </p:sp>
      <p:sp>
        <p:nvSpPr>
          <p:cNvPr id="2" name="subtitle">
            <a:extLst xmlns:a="http://schemas.openxmlformats.org/drawingml/2006/main">
              <a:ext uri="{FF2B5EF4-FFF2-40B4-BE49-F238E27FC236}">
                <a16:creationId xmlns:a16="http://schemas.microsoft.com/office/drawing/2014/main" id="{63D040C6-C6DC-4776-8BD0-E1382AA1EECB}"/>
              </a:ext>
            </a:extLst>
          </p:cNvPr>
          <p:cNvSpPr>
            <a:spLocks xmlns:a="http://schemas.openxmlformats.org/drawingml/2006/main" noGrp="1"/>
          </p:cNvSpPr>
          <p:nvPr/>
        </p:nvSpPr>
        <p:spPr>
          <a:xfrm xmlns:a="http://schemas.openxmlformats.org/drawingml/2006/main">
            <a:off x="628650" y="146685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25D"/>
                </a:solidFill>
                <a:latin typeface="Arial"/>
                <a:ea typeface="Arial"/>
                <a:cs typeface="Arial"/>
              </a:defRPr>
            </a:defPPr>
            <a:lvl1pPr>
              <a:defRPr sz="1875" b="0">
                <a:solidFill>
                  <a:srgbClr val="52625D"/>
                </a:solidFill>
                <a:latin typeface="Arial"/>
                <a:ea typeface="Arial"/>
                <a:cs typeface="Arial"/>
              </a:defRPr>
            </a:lvl1pPr>
            <a:lvl2pPr>
              <a:defRPr sz="1875" b="0">
                <a:solidFill>
                  <a:srgbClr val="52625D"/>
                </a:solidFill>
                <a:latin typeface="Arial"/>
                <a:ea typeface="Arial"/>
                <a:cs typeface="Arial"/>
              </a:defRPr>
            </a:lvl2pPr>
            <a:lvl3pPr>
              <a:defRPr sz="1875" b="0">
                <a:solidFill>
                  <a:srgbClr val="52625D"/>
                </a:solidFill>
                <a:latin typeface="Arial"/>
                <a:ea typeface="Arial"/>
                <a:cs typeface="Arial"/>
              </a:defRPr>
            </a:lvl3pPr>
            <a:lvl4pPr>
              <a:defRPr sz="1875" b="0">
                <a:solidFill>
                  <a:srgbClr val="52625D"/>
                </a:solidFill>
                <a:latin typeface="Arial"/>
                <a:ea typeface="Arial"/>
                <a:cs typeface="Arial"/>
              </a:defRPr>
            </a:lvl4pPr>
            <a:lvl5pPr>
              <a:defRPr sz="1875" b="0">
                <a:solidFill>
                  <a:srgbClr val="52625D"/>
                </a:solidFill>
                <a:latin typeface="Arial"/>
                <a:ea typeface="Arial"/>
                <a:cs typeface="Arial"/>
              </a:defRPr>
            </a:lvl5pPr>
            <a:lvl6pPr>
              <a:defRPr sz="1875" b="0">
                <a:solidFill>
                  <a:srgbClr val="52625D"/>
                </a:solidFill>
                <a:latin typeface="Arial"/>
                <a:ea typeface="Arial"/>
                <a:cs typeface="Arial"/>
              </a:defRPr>
            </a:lvl6pPr>
            <a:lvl7pPr>
              <a:defRPr sz="1875" b="0">
                <a:solidFill>
                  <a:srgbClr val="52625D"/>
                </a:solidFill>
                <a:latin typeface="Arial"/>
                <a:ea typeface="Arial"/>
                <a:cs typeface="Arial"/>
              </a:defRPr>
            </a:lvl7pPr>
            <a:lvl8pPr>
              <a:defRPr sz="1875" b="0">
                <a:solidFill>
                  <a:srgbClr val="52625D"/>
                </a:solidFill>
                <a:latin typeface="Arial"/>
                <a:ea typeface="Arial"/>
                <a:cs typeface="Arial"/>
              </a:defRPr>
            </a:lvl8pPr>
            <a:lvl9pPr>
              <a:defRPr sz="1875" b="0">
                <a:solidFill>
                  <a:srgbClr val="52625D"/>
                </a:solidFill>
                <a:latin typeface="Arial"/>
                <a:ea typeface="Arial"/>
                <a:cs typeface="Arial"/>
              </a:defRPr>
            </a:lvl9pPr>
          </a:lstStyle>
          <a:p xmlns:a="http://schemas.openxmlformats.org/drawingml/2006/main">
            <a:pPr>
              <a:defRPr sz="1875" b="0">
                <a:solidFill>
                  <a:srgbClr val="52625D"/>
                </a:solidFill>
                <a:latin typeface="Arial"/>
                <a:ea typeface="Arial"/>
                <a:cs typeface="Arial"/>
              </a:defRPr>
            </a:pPr>
            <a:r>
              <a:rPr sz="1875" b="0">
                <a:solidFill>
                  <a:srgbClr val="52625D"/>
                </a:solidFill>
                <a:latin typeface="Arial"/>
                <a:ea typeface="Arial"/>
                <a:cs typeface="Arial"/>
              </a:rPr>
              <a:t>Frozen evaluation сохраняет исходники, метки, версии и предсказания обоих вариантов</a:t>
            </a:r>
          </a:p>
        </p:txBody>
      </p:sp>
      <p:sp>
        <p:nvSpPr>
          <p:cNvPr id="3" name="slide-number">
            <a:extLst xmlns:a="http://schemas.openxmlformats.org/drawingml/2006/main">
              <a:ext uri="{FF2B5EF4-FFF2-40B4-BE49-F238E27FC236}">
                <a16:creationId xmlns:a16="http://schemas.microsoft.com/office/drawing/2014/main" id="{476D2936-00A4-4ABA-A527-E57B0438E387}"/>
              </a:ext>
            </a:extLst>
          </p:cNvPr>
          <p:cNvSpPr>
            <a:spLocks xmlns:a="http://schemas.openxmlformats.org/drawingml/2006/main" noGrp="1"/>
          </p:cNvSpPr>
          <p:nvPr/>
        </p:nvSpPr>
        <p:spPr>
          <a:xfrm xmlns:a="http://schemas.openxmlformats.org/drawingml/2006/main">
            <a:off x="11239500"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25D"/>
                </a:solidFill>
                <a:latin typeface="Arial"/>
                <a:ea typeface="Arial"/>
                <a:cs typeface="Arial"/>
              </a:defRPr>
            </a:defPPr>
            <a:lvl1pPr>
              <a:defRPr sz="1350" b="0">
                <a:solidFill>
                  <a:srgbClr val="52625D"/>
                </a:solidFill>
                <a:latin typeface="Arial"/>
                <a:ea typeface="Arial"/>
                <a:cs typeface="Arial"/>
              </a:defRPr>
            </a:lvl1pPr>
            <a:lvl2pPr>
              <a:defRPr sz="1350" b="0">
                <a:solidFill>
                  <a:srgbClr val="52625D"/>
                </a:solidFill>
                <a:latin typeface="Arial"/>
                <a:ea typeface="Arial"/>
                <a:cs typeface="Arial"/>
              </a:defRPr>
            </a:lvl2pPr>
            <a:lvl3pPr>
              <a:defRPr sz="1350" b="0">
                <a:solidFill>
                  <a:srgbClr val="52625D"/>
                </a:solidFill>
                <a:latin typeface="Arial"/>
                <a:ea typeface="Arial"/>
                <a:cs typeface="Arial"/>
              </a:defRPr>
            </a:lvl3pPr>
            <a:lvl4pPr>
              <a:defRPr sz="1350" b="0">
                <a:solidFill>
                  <a:srgbClr val="52625D"/>
                </a:solidFill>
                <a:latin typeface="Arial"/>
                <a:ea typeface="Arial"/>
                <a:cs typeface="Arial"/>
              </a:defRPr>
            </a:lvl4pPr>
            <a:lvl5pPr>
              <a:defRPr sz="1350" b="0">
                <a:solidFill>
                  <a:srgbClr val="52625D"/>
                </a:solidFill>
                <a:latin typeface="Arial"/>
                <a:ea typeface="Arial"/>
                <a:cs typeface="Arial"/>
              </a:defRPr>
            </a:lvl5pPr>
            <a:lvl6pPr>
              <a:defRPr sz="1350" b="0">
                <a:solidFill>
                  <a:srgbClr val="52625D"/>
                </a:solidFill>
                <a:latin typeface="Arial"/>
                <a:ea typeface="Arial"/>
                <a:cs typeface="Arial"/>
              </a:defRPr>
            </a:lvl6pPr>
            <a:lvl7pPr>
              <a:defRPr sz="1350" b="0">
                <a:solidFill>
                  <a:srgbClr val="52625D"/>
                </a:solidFill>
                <a:latin typeface="Arial"/>
                <a:ea typeface="Arial"/>
                <a:cs typeface="Arial"/>
              </a:defRPr>
            </a:lvl7pPr>
            <a:lvl8pPr>
              <a:defRPr sz="1350" b="0">
                <a:solidFill>
                  <a:srgbClr val="52625D"/>
                </a:solidFill>
                <a:latin typeface="Arial"/>
                <a:ea typeface="Arial"/>
                <a:cs typeface="Arial"/>
              </a:defRPr>
            </a:lvl8pPr>
            <a:lvl9pPr>
              <a:defRPr sz="1350" b="0">
                <a:solidFill>
                  <a:srgbClr val="52625D"/>
                </a:solidFill>
                <a:latin typeface="Arial"/>
                <a:ea typeface="Arial"/>
                <a:cs typeface="Arial"/>
              </a:defRPr>
            </a:lvl9pPr>
          </a:lstStyle>
          <a:p xmlns:a="http://schemas.openxmlformats.org/drawingml/2006/main">
            <a:pPr>
              <a:defRPr sz="1350" b="0">
                <a:solidFill>
                  <a:srgbClr val="52625D"/>
                </a:solidFill>
                <a:latin typeface="Arial"/>
                <a:ea typeface="Arial"/>
                <a:cs typeface="Arial"/>
              </a:defRPr>
            </a:pPr>
            <a:r>
              <a:rPr sz="1350" b="0">
                <a:solidFill>
                  <a:srgbClr val="52625D"/>
                </a:solidFill>
                <a:latin typeface="Arial"/>
                <a:ea typeface="Arial"/>
                <a:cs typeface="Arial"/>
              </a:rPr>
              <a:t>15</a:t>
            </a:r>
          </a:p>
        </p:txBody>
      </p:sp>
      <p:sp>
        <p:nvSpPr>
          <p:cNvPr id="4" name="text">
            <a:extLst xmlns:a="http://schemas.openxmlformats.org/drawingml/2006/main">
              <a:ext uri="{FF2B5EF4-FFF2-40B4-BE49-F238E27FC236}">
                <a16:creationId xmlns:a16="http://schemas.microsoft.com/office/drawing/2014/main" id="{B9A02BCA-CA61-4C82-912B-AC08D4A63378}"/>
              </a:ext>
            </a:extLst>
          </p:cNvPr>
          <p:cNvSpPr>
            <a:spLocks xmlns:a="http://schemas.openxmlformats.org/drawingml/2006/main" noGrp="1"/>
          </p:cNvSpPr>
          <p:nvPr/>
        </p:nvSpPr>
        <p:spPr>
          <a:xfrm xmlns:a="http://schemas.openxmlformats.org/drawingml/2006/main">
            <a:off x="628650" y="23241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9665B"/>
                </a:solidFill>
                <a:latin typeface="Arial"/>
                <a:ea typeface="Arial"/>
                <a:cs typeface="Arial"/>
              </a:defRPr>
            </a:defPPr>
            <a:lvl1pPr>
              <a:defRPr sz="2850" b="1">
                <a:solidFill>
                  <a:srgbClr val="19665B"/>
                </a:solidFill>
                <a:latin typeface="Arial"/>
                <a:ea typeface="Arial"/>
                <a:cs typeface="Arial"/>
              </a:defRPr>
            </a:lvl1pPr>
            <a:lvl2pPr>
              <a:defRPr sz="2850" b="1">
                <a:solidFill>
                  <a:srgbClr val="19665B"/>
                </a:solidFill>
                <a:latin typeface="Arial"/>
                <a:ea typeface="Arial"/>
                <a:cs typeface="Arial"/>
              </a:defRPr>
            </a:lvl2pPr>
            <a:lvl3pPr>
              <a:defRPr sz="2850" b="1">
                <a:solidFill>
                  <a:srgbClr val="19665B"/>
                </a:solidFill>
                <a:latin typeface="Arial"/>
                <a:ea typeface="Arial"/>
                <a:cs typeface="Arial"/>
              </a:defRPr>
            </a:lvl3pPr>
            <a:lvl4pPr>
              <a:defRPr sz="2850" b="1">
                <a:solidFill>
                  <a:srgbClr val="19665B"/>
                </a:solidFill>
                <a:latin typeface="Arial"/>
                <a:ea typeface="Arial"/>
                <a:cs typeface="Arial"/>
              </a:defRPr>
            </a:lvl4pPr>
            <a:lvl5pPr>
              <a:defRPr sz="2850" b="1">
                <a:solidFill>
                  <a:srgbClr val="19665B"/>
                </a:solidFill>
                <a:latin typeface="Arial"/>
                <a:ea typeface="Arial"/>
                <a:cs typeface="Arial"/>
              </a:defRPr>
            </a:lvl5pPr>
            <a:lvl6pPr>
              <a:defRPr sz="2850" b="1">
                <a:solidFill>
                  <a:srgbClr val="19665B"/>
                </a:solidFill>
                <a:latin typeface="Arial"/>
                <a:ea typeface="Arial"/>
                <a:cs typeface="Arial"/>
              </a:defRPr>
            </a:lvl6pPr>
            <a:lvl7pPr>
              <a:defRPr sz="2850" b="1">
                <a:solidFill>
                  <a:srgbClr val="19665B"/>
                </a:solidFill>
                <a:latin typeface="Arial"/>
                <a:ea typeface="Arial"/>
                <a:cs typeface="Arial"/>
              </a:defRPr>
            </a:lvl7pPr>
            <a:lvl8pPr>
              <a:defRPr sz="2850" b="1">
                <a:solidFill>
                  <a:srgbClr val="19665B"/>
                </a:solidFill>
                <a:latin typeface="Arial"/>
                <a:ea typeface="Arial"/>
                <a:cs typeface="Arial"/>
              </a:defRPr>
            </a:lvl8pPr>
            <a:lvl9pPr>
              <a:defRPr sz="2850" b="1">
                <a:solidFill>
                  <a:srgbClr val="19665B"/>
                </a:solidFill>
                <a:latin typeface="Arial"/>
                <a:ea typeface="Arial"/>
                <a:cs typeface="Arial"/>
              </a:defRPr>
            </a:lvl9pPr>
          </a:lstStyle>
          <a:p xmlns:a="http://schemas.openxmlformats.org/drawingml/2006/main">
            <a:pPr>
              <a:defRPr sz="2850" b="1">
                <a:solidFill>
                  <a:srgbClr val="19665B"/>
                </a:solidFill>
                <a:latin typeface="Arial"/>
                <a:ea typeface="Arial"/>
                <a:cs typeface="Arial"/>
              </a:defRPr>
            </a:pPr>
            <a:r>
              <a:rPr sz="2850" b="1">
                <a:solidFill>
                  <a:srgbClr val="19665B"/>
                </a:solidFill>
                <a:latin typeface="Arial"/>
                <a:ea typeface="Arial"/>
                <a:cs typeface="Arial"/>
              </a:rPr>
              <a:t>01</a:t>
            </a:r>
          </a:p>
        </p:txBody>
      </p:sp>
      <p:sp>
        <p:nvSpPr>
          <p:cNvPr id="5" name="text">
            <a:extLst xmlns:a="http://schemas.openxmlformats.org/drawingml/2006/main">
              <a:ext uri="{FF2B5EF4-FFF2-40B4-BE49-F238E27FC236}">
                <a16:creationId xmlns:a16="http://schemas.microsoft.com/office/drawing/2014/main" id="{2F6B70F3-2FA1-4A23-AAA5-00799D6B10CA}"/>
              </a:ext>
            </a:extLst>
          </p:cNvPr>
          <p:cNvSpPr>
            <a:spLocks xmlns:a="http://schemas.openxmlformats.org/drawingml/2006/main" noGrp="1"/>
          </p:cNvSpPr>
          <p:nvPr/>
        </p:nvSpPr>
        <p:spPr>
          <a:xfrm xmlns:a="http://schemas.openxmlformats.org/drawingml/2006/main">
            <a:off x="1666875" y="23241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92C2A"/>
                </a:solidFill>
                <a:latin typeface="Arial"/>
                <a:ea typeface="Arial"/>
                <a:cs typeface="Arial"/>
              </a:defRPr>
            </a:defPPr>
            <a:lvl1pPr>
              <a:defRPr sz="2175" b="1">
                <a:solidFill>
                  <a:srgbClr val="192C2A"/>
                </a:solidFill>
                <a:latin typeface="Arial"/>
                <a:ea typeface="Arial"/>
                <a:cs typeface="Arial"/>
              </a:defRPr>
            </a:lvl1pPr>
            <a:lvl2pPr>
              <a:defRPr sz="2175" b="1">
                <a:solidFill>
                  <a:srgbClr val="192C2A"/>
                </a:solidFill>
                <a:latin typeface="Arial"/>
                <a:ea typeface="Arial"/>
                <a:cs typeface="Arial"/>
              </a:defRPr>
            </a:lvl2pPr>
            <a:lvl3pPr>
              <a:defRPr sz="2175" b="1">
                <a:solidFill>
                  <a:srgbClr val="192C2A"/>
                </a:solidFill>
                <a:latin typeface="Arial"/>
                <a:ea typeface="Arial"/>
                <a:cs typeface="Arial"/>
              </a:defRPr>
            </a:lvl3pPr>
            <a:lvl4pPr>
              <a:defRPr sz="2175" b="1">
                <a:solidFill>
                  <a:srgbClr val="192C2A"/>
                </a:solidFill>
                <a:latin typeface="Arial"/>
                <a:ea typeface="Arial"/>
                <a:cs typeface="Arial"/>
              </a:defRPr>
            </a:lvl4pPr>
            <a:lvl5pPr>
              <a:defRPr sz="2175" b="1">
                <a:solidFill>
                  <a:srgbClr val="192C2A"/>
                </a:solidFill>
                <a:latin typeface="Arial"/>
                <a:ea typeface="Arial"/>
                <a:cs typeface="Arial"/>
              </a:defRPr>
            </a:lvl5pPr>
            <a:lvl6pPr>
              <a:defRPr sz="2175" b="1">
                <a:solidFill>
                  <a:srgbClr val="192C2A"/>
                </a:solidFill>
                <a:latin typeface="Arial"/>
                <a:ea typeface="Arial"/>
                <a:cs typeface="Arial"/>
              </a:defRPr>
            </a:lvl6pPr>
            <a:lvl7pPr>
              <a:defRPr sz="2175" b="1">
                <a:solidFill>
                  <a:srgbClr val="192C2A"/>
                </a:solidFill>
                <a:latin typeface="Arial"/>
                <a:ea typeface="Arial"/>
                <a:cs typeface="Arial"/>
              </a:defRPr>
            </a:lvl7pPr>
            <a:lvl8pPr>
              <a:defRPr sz="2175" b="1">
                <a:solidFill>
                  <a:srgbClr val="192C2A"/>
                </a:solidFill>
                <a:latin typeface="Arial"/>
                <a:ea typeface="Arial"/>
                <a:cs typeface="Arial"/>
              </a:defRPr>
            </a:lvl8pPr>
            <a:lvl9pPr>
              <a:defRPr sz="2175" b="1">
                <a:solidFill>
                  <a:srgbClr val="192C2A"/>
                </a:solidFill>
                <a:latin typeface="Arial"/>
                <a:ea typeface="Arial"/>
                <a:cs typeface="Arial"/>
              </a:defRPr>
            </a:lvl9pPr>
          </a:lstStyle>
          <a:p xmlns:a="http://schemas.openxmlformats.org/drawingml/2006/main">
            <a:pPr>
              <a:defRPr sz="2175" b="1">
                <a:solidFill>
                  <a:srgbClr val="192C2A"/>
                </a:solidFill>
                <a:latin typeface="Arial"/>
                <a:ea typeface="Arial"/>
                <a:cs typeface="Arial"/>
              </a:defRPr>
            </a:pPr>
            <a:r>
              <a:rPr sz="2175" b="1">
                <a:solidFill>
                  <a:srgbClr val="192C2A"/>
                </a:solidFill>
                <a:latin typeface="Arial"/>
                <a:ea typeface="Arial"/>
                <a:cs typeface="Arial"/>
              </a:rPr>
              <a:t>Зафиксировать</a:t>
            </a:r>
          </a:p>
        </p:txBody>
      </p:sp>
      <p:sp>
        <p:nvSpPr>
          <p:cNvPr id="6" name="text">
            <a:extLst xmlns:a="http://schemas.openxmlformats.org/drawingml/2006/main">
              <a:ext uri="{FF2B5EF4-FFF2-40B4-BE49-F238E27FC236}">
                <a16:creationId xmlns:a16="http://schemas.microsoft.com/office/drawing/2014/main" id="{DF536976-E885-4E6A-8B7B-1A4F96194746}"/>
              </a:ext>
            </a:extLst>
          </p:cNvPr>
          <p:cNvSpPr>
            <a:spLocks xmlns:a="http://schemas.openxmlformats.org/drawingml/2006/main" noGrp="1"/>
          </p:cNvSpPr>
          <p:nvPr/>
        </p:nvSpPr>
        <p:spPr>
          <a:xfrm xmlns:a="http://schemas.openxmlformats.org/drawingml/2006/main">
            <a:off x="5095875" y="2343150"/>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25D"/>
                </a:solidFill>
                <a:latin typeface="Arial"/>
                <a:ea typeface="Arial"/>
                <a:cs typeface="Arial"/>
              </a:defRPr>
            </a:defPPr>
            <a:lvl1pPr>
              <a:defRPr sz="1950" b="0">
                <a:solidFill>
                  <a:srgbClr val="52625D"/>
                </a:solidFill>
                <a:latin typeface="Arial"/>
                <a:ea typeface="Arial"/>
                <a:cs typeface="Arial"/>
              </a:defRPr>
            </a:lvl1pPr>
            <a:lvl2pPr>
              <a:defRPr sz="1950" b="0">
                <a:solidFill>
                  <a:srgbClr val="52625D"/>
                </a:solidFill>
                <a:latin typeface="Arial"/>
                <a:ea typeface="Arial"/>
                <a:cs typeface="Arial"/>
              </a:defRPr>
            </a:lvl2pPr>
            <a:lvl3pPr>
              <a:defRPr sz="1950" b="0">
                <a:solidFill>
                  <a:srgbClr val="52625D"/>
                </a:solidFill>
                <a:latin typeface="Arial"/>
                <a:ea typeface="Arial"/>
                <a:cs typeface="Arial"/>
              </a:defRPr>
            </a:lvl3pPr>
            <a:lvl4pPr>
              <a:defRPr sz="1950" b="0">
                <a:solidFill>
                  <a:srgbClr val="52625D"/>
                </a:solidFill>
                <a:latin typeface="Arial"/>
                <a:ea typeface="Arial"/>
                <a:cs typeface="Arial"/>
              </a:defRPr>
            </a:lvl4pPr>
            <a:lvl5pPr>
              <a:defRPr sz="1950" b="0">
                <a:solidFill>
                  <a:srgbClr val="52625D"/>
                </a:solidFill>
                <a:latin typeface="Arial"/>
                <a:ea typeface="Arial"/>
                <a:cs typeface="Arial"/>
              </a:defRPr>
            </a:lvl5pPr>
            <a:lvl6pPr>
              <a:defRPr sz="1950" b="0">
                <a:solidFill>
                  <a:srgbClr val="52625D"/>
                </a:solidFill>
                <a:latin typeface="Arial"/>
                <a:ea typeface="Arial"/>
                <a:cs typeface="Arial"/>
              </a:defRPr>
            </a:lvl6pPr>
            <a:lvl7pPr>
              <a:defRPr sz="1950" b="0">
                <a:solidFill>
                  <a:srgbClr val="52625D"/>
                </a:solidFill>
                <a:latin typeface="Arial"/>
                <a:ea typeface="Arial"/>
                <a:cs typeface="Arial"/>
              </a:defRPr>
            </a:lvl7pPr>
            <a:lvl8pPr>
              <a:defRPr sz="1950" b="0">
                <a:solidFill>
                  <a:srgbClr val="52625D"/>
                </a:solidFill>
                <a:latin typeface="Arial"/>
                <a:ea typeface="Arial"/>
                <a:cs typeface="Arial"/>
              </a:defRPr>
            </a:lvl8pPr>
            <a:lvl9pPr>
              <a:defRPr sz="1950" b="0">
                <a:solidFill>
                  <a:srgbClr val="52625D"/>
                </a:solidFill>
                <a:latin typeface="Arial"/>
                <a:ea typeface="Arial"/>
                <a:cs typeface="Arial"/>
              </a:defRPr>
            </a:lvl9pPr>
          </a:lstStyle>
          <a:p xmlns:a="http://schemas.openxmlformats.org/drawingml/2006/main">
            <a:pPr>
              <a:defRPr sz="1950" b="0">
                <a:solidFill>
                  <a:srgbClr val="52625D"/>
                </a:solidFill>
                <a:latin typeface="Arial"/>
                <a:ea typeface="Arial"/>
                <a:cs typeface="Arial"/>
              </a:defRPr>
            </a:pPr>
            <a:r>
              <a:rPr sz="1950" b="0">
                <a:solidFill>
                  <a:srgbClr val="52625D"/>
                </a:solidFill>
                <a:latin typeface="Arial"/>
                <a:ea typeface="Arial"/>
                <a:cs typeface="Arial"/>
              </a:rPr>
              <a:t>Bundle закрепляет snapshots, gold, policy и версии.</a:t>
            </a:r>
          </a:p>
        </p:txBody>
      </p:sp>
      <p:sp>
        <p:nvSpPr>
          <p:cNvPr id="7" name="text">
            <a:extLst xmlns:a="http://schemas.openxmlformats.org/drawingml/2006/main">
              <a:ext uri="{FF2B5EF4-FFF2-40B4-BE49-F238E27FC236}">
                <a16:creationId xmlns:a16="http://schemas.microsoft.com/office/drawing/2014/main" id="{4EC2E638-538E-4B65-BDD9-844C661182D7}"/>
              </a:ext>
            </a:extLst>
          </p:cNvPr>
          <p:cNvSpPr>
            <a:spLocks xmlns:a="http://schemas.openxmlformats.org/drawingml/2006/main" noGrp="1"/>
          </p:cNvSpPr>
          <p:nvPr/>
        </p:nvSpPr>
        <p:spPr>
          <a:xfrm xmlns:a="http://schemas.openxmlformats.org/drawingml/2006/main">
            <a:off x="628650" y="32385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9665B"/>
                </a:solidFill>
                <a:latin typeface="Arial"/>
                <a:ea typeface="Arial"/>
                <a:cs typeface="Arial"/>
              </a:defRPr>
            </a:defPPr>
            <a:lvl1pPr>
              <a:defRPr sz="2850" b="1">
                <a:solidFill>
                  <a:srgbClr val="19665B"/>
                </a:solidFill>
                <a:latin typeface="Arial"/>
                <a:ea typeface="Arial"/>
                <a:cs typeface="Arial"/>
              </a:defRPr>
            </a:lvl1pPr>
            <a:lvl2pPr>
              <a:defRPr sz="2850" b="1">
                <a:solidFill>
                  <a:srgbClr val="19665B"/>
                </a:solidFill>
                <a:latin typeface="Arial"/>
                <a:ea typeface="Arial"/>
                <a:cs typeface="Arial"/>
              </a:defRPr>
            </a:lvl2pPr>
            <a:lvl3pPr>
              <a:defRPr sz="2850" b="1">
                <a:solidFill>
                  <a:srgbClr val="19665B"/>
                </a:solidFill>
                <a:latin typeface="Arial"/>
                <a:ea typeface="Arial"/>
                <a:cs typeface="Arial"/>
              </a:defRPr>
            </a:lvl3pPr>
            <a:lvl4pPr>
              <a:defRPr sz="2850" b="1">
                <a:solidFill>
                  <a:srgbClr val="19665B"/>
                </a:solidFill>
                <a:latin typeface="Arial"/>
                <a:ea typeface="Arial"/>
                <a:cs typeface="Arial"/>
              </a:defRPr>
            </a:lvl4pPr>
            <a:lvl5pPr>
              <a:defRPr sz="2850" b="1">
                <a:solidFill>
                  <a:srgbClr val="19665B"/>
                </a:solidFill>
                <a:latin typeface="Arial"/>
                <a:ea typeface="Arial"/>
                <a:cs typeface="Arial"/>
              </a:defRPr>
            </a:lvl5pPr>
            <a:lvl6pPr>
              <a:defRPr sz="2850" b="1">
                <a:solidFill>
                  <a:srgbClr val="19665B"/>
                </a:solidFill>
                <a:latin typeface="Arial"/>
                <a:ea typeface="Arial"/>
                <a:cs typeface="Arial"/>
              </a:defRPr>
            </a:lvl6pPr>
            <a:lvl7pPr>
              <a:defRPr sz="2850" b="1">
                <a:solidFill>
                  <a:srgbClr val="19665B"/>
                </a:solidFill>
                <a:latin typeface="Arial"/>
                <a:ea typeface="Arial"/>
                <a:cs typeface="Arial"/>
              </a:defRPr>
            </a:lvl7pPr>
            <a:lvl8pPr>
              <a:defRPr sz="2850" b="1">
                <a:solidFill>
                  <a:srgbClr val="19665B"/>
                </a:solidFill>
                <a:latin typeface="Arial"/>
                <a:ea typeface="Arial"/>
                <a:cs typeface="Arial"/>
              </a:defRPr>
            </a:lvl8pPr>
            <a:lvl9pPr>
              <a:defRPr sz="2850" b="1">
                <a:solidFill>
                  <a:srgbClr val="19665B"/>
                </a:solidFill>
                <a:latin typeface="Arial"/>
                <a:ea typeface="Arial"/>
                <a:cs typeface="Arial"/>
              </a:defRPr>
            </a:lvl9pPr>
          </a:lstStyle>
          <a:p xmlns:a="http://schemas.openxmlformats.org/drawingml/2006/main">
            <a:pPr>
              <a:defRPr sz="2850" b="1">
                <a:solidFill>
                  <a:srgbClr val="19665B"/>
                </a:solidFill>
                <a:latin typeface="Arial"/>
                <a:ea typeface="Arial"/>
                <a:cs typeface="Arial"/>
              </a:defRPr>
            </a:pPr>
            <a:r>
              <a:rPr sz="2850" b="1">
                <a:solidFill>
                  <a:srgbClr val="19665B"/>
                </a:solidFill>
                <a:latin typeface="Arial"/>
                <a:ea typeface="Arial"/>
                <a:cs typeface="Arial"/>
              </a:rPr>
              <a:t>02</a:t>
            </a:r>
          </a:p>
        </p:txBody>
      </p:sp>
      <p:sp>
        <p:nvSpPr>
          <p:cNvPr id="8" name="text">
            <a:extLst xmlns:a="http://schemas.openxmlformats.org/drawingml/2006/main">
              <a:ext uri="{FF2B5EF4-FFF2-40B4-BE49-F238E27FC236}">
                <a16:creationId xmlns:a16="http://schemas.microsoft.com/office/drawing/2014/main" id="{F0FA6985-8459-4EF3-A2FB-FCE9FB20C348}"/>
              </a:ext>
            </a:extLst>
          </p:cNvPr>
          <p:cNvSpPr>
            <a:spLocks xmlns:a="http://schemas.openxmlformats.org/drawingml/2006/main" noGrp="1"/>
          </p:cNvSpPr>
          <p:nvPr/>
        </p:nvSpPr>
        <p:spPr>
          <a:xfrm xmlns:a="http://schemas.openxmlformats.org/drawingml/2006/main">
            <a:off x="1666875" y="32385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92C2A"/>
                </a:solidFill>
                <a:latin typeface="Arial"/>
                <a:ea typeface="Arial"/>
                <a:cs typeface="Arial"/>
              </a:defRPr>
            </a:defPPr>
            <a:lvl1pPr>
              <a:defRPr sz="2175" b="1">
                <a:solidFill>
                  <a:srgbClr val="192C2A"/>
                </a:solidFill>
                <a:latin typeface="Arial"/>
                <a:ea typeface="Arial"/>
                <a:cs typeface="Arial"/>
              </a:defRPr>
            </a:lvl1pPr>
            <a:lvl2pPr>
              <a:defRPr sz="2175" b="1">
                <a:solidFill>
                  <a:srgbClr val="192C2A"/>
                </a:solidFill>
                <a:latin typeface="Arial"/>
                <a:ea typeface="Arial"/>
                <a:cs typeface="Arial"/>
              </a:defRPr>
            </a:lvl2pPr>
            <a:lvl3pPr>
              <a:defRPr sz="2175" b="1">
                <a:solidFill>
                  <a:srgbClr val="192C2A"/>
                </a:solidFill>
                <a:latin typeface="Arial"/>
                <a:ea typeface="Arial"/>
                <a:cs typeface="Arial"/>
              </a:defRPr>
            </a:lvl3pPr>
            <a:lvl4pPr>
              <a:defRPr sz="2175" b="1">
                <a:solidFill>
                  <a:srgbClr val="192C2A"/>
                </a:solidFill>
                <a:latin typeface="Arial"/>
                <a:ea typeface="Arial"/>
                <a:cs typeface="Arial"/>
              </a:defRPr>
            </a:lvl4pPr>
            <a:lvl5pPr>
              <a:defRPr sz="2175" b="1">
                <a:solidFill>
                  <a:srgbClr val="192C2A"/>
                </a:solidFill>
                <a:latin typeface="Arial"/>
                <a:ea typeface="Arial"/>
                <a:cs typeface="Arial"/>
              </a:defRPr>
            </a:lvl5pPr>
            <a:lvl6pPr>
              <a:defRPr sz="2175" b="1">
                <a:solidFill>
                  <a:srgbClr val="192C2A"/>
                </a:solidFill>
                <a:latin typeface="Arial"/>
                <a:ea typeface="Arial"/>
                <a:cs typeface="Arial"/>
              </a:defRPr>
            </a:lvl6pPr>
            <a:lvl7pPr>
              <a:defRPr sz="2175" b="1">
                <a:solidFill>
                  <a:srgbClr val="192C2A"/>
                </a:solidFill>
                <a:latin typeface="Arial"/>
                <a:ea typeface="Arial"/>
                <a:cs typeface="Arial"/>
              </a:defRPr>
            </a:lvl7pPr>
            <a:lvl8pPr>
              <a:defRPr sz="2175" b="1">
                <a:solidFill>
                  <a:srgbClr val="192C2A"/>
                </a:solidFill>
                <a:latin typeface="Arial"/>
                <a:ea typeface="Arial"/>
                <a:cs typeface="Arial"/>
              </a:defRPr>
            </a:lvl8pPr>
            <a:lvl9pPr>
              <a:defRPr sz="2175" b="1">
                <a:solidFill>
                  <a:srgbClr val="192C2A"/>
                </a:solidFill>
                <a:latin typeface="Arial"/>
                <a:ea typeface="Arial"/>
                <a:cs typeface="Arial"/>
              </a:defRPr>
            </a:lvl9pPr>
          </a:lstStyle>
          <a:p xmlns:a="http://schemas.openxmlformats.org/drawingml/2006/main">
            <a:pPr>
              <a:defRPr sz="2175" b="1">
                <a:solidFill>
                  <a:srgbClr val="192C2A"/>
                </a:solidFill>
                <a:latin typeface="Arial"/>
                <a:ea typeface="Arial"/>
                <a:cs typeface="Arial"/>
              </a:defRPr>
            </a:pPr>
            <a:r>
              <a:rPr sz="2175" b="1">
                <a:solidFill>
                  <a:srgbClr val="192C2A"/>
                </a:solidFill>
                <a:latin typeface="Arial"/>
                <a:ea typeface="Arial"/>
                <a:cs typeface="Arial"/>
              </a:rPr>
              <a:t>Сравнить</a:t>
            </a:r>
          </a:p>
        </p:txBody>
      </p:sp>
      <p:sp>
        <p:nvSpPr>
          <p:cNvPr id="9" name="text">
            <a:extLst xmlns:a="http://schemas.openxmlformats.org/drawingml/2006/main">
              <a:ext uri="{FF2B5EF4-FFF2-40B4-BE49-F238E27FC236}">
                <a16:creationId xmlns:a16="http://schemas.microsoft.com/office/drawing/2014/main" id="{6900FE0C-769C-4B05-8CD8-FFADE099A817}"/>
              </a:ext>
            </a:extLst>
          </p:cNvPr>
          <p:cNvSpPr>
            <a:spLocks xmlns:a="http://schemas.openxmlformats.org/drawingml/2006/main" noGrp="1"/>
          </p:cNvSpPr>
          <p:nvPr/>
        </p:nvSpPr>
        <p:spPr>
          <a:xfrm xmlns:a="http://schemas.openxmlformats.org/drawingml/2006/main">
            <a:off x="5095875" y="3257550"/>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25D"/>
                </a:solidFill>
                <a:latin typeface="Arial"/>
                <a:ea typeface="Arial"/>
                <a:cs typeface="Arial"/>
              </a:defRPr>
            </a:defPPr>
            <a:lvl1pPr>
              <a:defRPr sz="1950" b="0">
                <a:solidFill>
                  <a:srgbClr val="52625D"/>
                </a:solidFill>
                <a:latin typeface="Arial"/>
                <a:ea typeface="Arial"/>
                <a:cs typeface="Arial"/>
              </a:defRPr>
            </a:lvl1pPr>
            <a:lvl2pPr>
              <a:defRPr sz="1950" b="0">
                <a:solidFill>
                  <a:srgbClr val="52625D"/>
                </a:solidFill>
                <a:latin typeface="Arial"/>
                <a:ea typeface="Arial"/>
                <a:cs typeface="Arial"/>
              </a:defRPr>
            </a:lvl2pPr>
            <a:lvl3pPr>
              <a:defRPr sz="1950" b="0">
                <a:solidFill>
                  <a:srgbClr val="52625D"/>
                </a:solidFill>
                <a:latin typeface="Arial"/>
                <a:ea typeface="Arial"/>
                <a:cs typeface="Arial"/>
              </a:defRPr>
            </a:lvl3pPr>
            <a:lvl4pPr>
              <a:defRPr sz="1950" b="0">
                <a:solidFill>
                  <a:srgbClr val="52625D"/>
                </a:solidFill>
                <a:latin typeface="Arial"/>
                <a:ea typeface="Arial"/>
                <a:cs typeface="Arial"/>
              </a:defRPr>
            </a:lvl4pPr>
            <a:lvl5pPr>
              <a:defRPr sz="1950" b="0">
                <a:solidFill>
                  <a:srgbClr val="52625D"/>
                </a:solidFill>
                <a:latin typeface="Arial"/>
                <a:ea typeface="Arial"/>
                <a:cs typeface="Arial"/>
              </a:defRPr>
            </a:lvl5pPr>
            <a:lvl6pPr>
              <a:defRPr sz="1950" b="0">
                <a:solidFill>
                  <a:srgbClr val="52625D"/>
                </a:solidFill>
                <a:latin typeface="Arial"/>
                <a:ea typeface="Arial"/>
                <a:cs typeface="Arial"/>
              </a:defRPr>
            </a:lvl6pPr>
            <a:lvl7pPr>
              <a:defRPr sz="1950" b="0">
                <a:solidFill>
                  <a:srgbClr val="52625D"/>
                </a:solidFill>
                <a:latin typeface="Arial"/>
                <a:ea typeface="Arial"/>
                <a:cs typeface="Arial"/>
              </a:defRPr>
            </a:lvl7pPr>
            <a:lvl8pPr>
              <a:defRPr sz="1950" b="0">
                <a:solidFill>
                  <a:srgbClr val="52625D"/>
                </a:solidFill>
                <a:latin typeface="Arial"/>
                <a:ea typeface="Arial"/>
                <a:cs typeface="Arial"/>
              </a:defRPr>
            </a:lvl8pPr>
            <a:lvl9pPr>
              <a:defRPr sz="1950" b="0">
                <a:solidFill>
                  <a:srgbClr val="52625D"/>
                </a:solidFill>
                <a:latin typeface="Arial"/>
                <a:ea typeface="Arial"/>
                <a:cs typeface="Arial"/>
              </a:defRPr>
            </a:lvl9pPr>
          </a:lstStyle>
          <a:p xmlns:a="http://schemas.openxmlformats.org/drawingml/2006/main">
            <a:pPr>
              <a:defRPr sz="1950" b="0">
                <a:solidFill>
                  <a:srgbClr val="52625D"/>
                </a:solidFill>
                <a:latin typeface="Arial"/>
                <a:ea typeface="Arial"/>
                <a:cs typeface="Arial"/>
              </a:defRPr>
            </a:pPr>
            <a:r>
              <a:rPr sz="1950" b="0">
                <a:solidFill>
                  <a:srgbClr val="52625D"/>
                </a:solidFill>
                <a:latin typeface="Arial"/>
                <a:ea typeface="Arial"/>
                <a:cs typeface="Arial"/>
              </a:rPr>
              <a:t>Текущий и новый варианты получают один набор задач.</a:t>
            </a:r>
          </a:p>
        </p:txBody>
      </p:sp>
      <p:sp>
        <p:nvSpPr>
          <p:cNvPr id="10" name="text">
            <a:extLst xmlns:a="http://schemas.openxmlformats.org/drawingml/2006/main">
              <a:ext uri="{FF2B5EF4-FFF2-40B4-BE49-F238E27FC236}">
                <a16:creationId xmlns:a16="http://schemas.microsoft.com/office/drawing/2014/main" id="{4F9F40B9-2458-4013-BEE4-C69835F86D27}"/>
              </a:ext>
            </a:extLst>
          </p:cNvPr>
          <p:cNvSpPr>
            <a:spLocks xmlns:a="http://schemas.openxmlformats.org/drawingml/2006/main" noGrp="1"/>
          </p:cNvSpPr>
          <p:nvPr/>
        </p:nvSpPr>
        <p:spPr>
          <a:xfrm xmlns:a="http://schemas.openxmlformats.org/drawingml/2006/main">
            <a:off x="628650" y="41529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9665B"/>
                </a:solidFill>
                <a:latin typeface="Arial"/>
                <a:ea typeface="Arial"/>
                <a:cs typeface="Arial"/>
              </a:defRPr>
            </a:defPPr>
            <a:lvl1pPr>
              <a:defRPr sz="2850" b="1">
                <a:solidFill>
                  <a:srgbClr val="19665B"/>
                </a:solidFill>
                <a:latin typeface="Arial"/>
                <a:ea typeface="Arial"/>
                <a:cs typeface="Arial"/>
              </a:defRPr>
            </a:lvl1pPr>
            <a:lvl2pPr>
              <a:defRPr sz="2850" b="1">
                <a:solidFill>
                  <a:srgbClr val="19665B"/>
                </a:solidFill>
                <a:latin typeface="Arial"/>
                <a:ea typeface="Arial"/>
                <a:cs typeface="Arial"/>
              </a:defRPr>
            </a:lvl2pPr>
            <a:lvl3pPr>
              <a:defRPr sz="2850" b="1">
                <a:solidFill>
                  <a:srgbClr val="19665B"/>
                </a:solidFill>
                <a:latin typeface="Arial"/>
                <a:ea typeface="Arial"/>
                <a:cs typeface="Arial"/>
              </a:defRPr>
            </a:lvl3pPr>
            <a:lvl4pPr>
              <a:defRPr sz="2850" b="1">
                <a:solidFill>
                  <a:srgbClr val="19665B"/>
                </a:solidFill>
                <a:latin typeface="Arial"/>
                <a:ea typeface="Arial"/>
                <a:cs typeface="Arial"/>
              </a:defRPr>
            </a:lvl4pPr>
            <a:lvl5pPr>
              <a:defRPr sz="2850" b="1">
                <a:solidFill>
                  <a:srgbClr val="19665B"/>
                </a:solidFill>
                <a:latin typeface="Arial"/>
                <a:ea typeface="Arial"/>
                <a:cs typeface="Arial"/>
              </a:defRPr>
            </a:lvl5pPr>
            <a:lvl6pPr>
              <a:defRPr sz="2850" b="1">
                <a:solidFill>
                  <a:srgbClr val="19665B"/>
                </a:solidFill>
                <a:latin typeface="Arial"/>
                <a:ea typeface="Arial"/>
                <a:cs typeface="Arial"/>
              </a:defRPr>
            </a:lvl6pPr>
            <a:lvl7pPr>
              <a:defRPr sz="2850" b="1">
                <a:solidFill>
                  <a:srgbClr val="19665B"/>
                </a:solidFill>
                <a:latin typeface="Arial"/>
                <a:ea typeface="Arial"/>
                <a:cs typeface="Arial"/>
              </a:defRPr>
            </a:lvl7pPr>
            <a:lvl8pPr>
              <a:defRPr sz="2850" b="1">
                <a:solidFill>
                  <a:srgbClr val="19665B"/>
                </a:solidFill>
                <a:latin typeface="Arial"/>
                <a:ea typeface="Arial"/>
                <a:cs typeface="Arial"/>
              </a:defRPr>
            </a:lvl8pPr>
            <a:lvl9pPr>
              <a:defRPr sz="2850" b="1">
                <a:solidFill>
                  <a:srgbClr val="19665B"/>
                </a:solidFill>
                <a:latin typeface="Arial"/>
                <a:ea typeface="Arial"/>
                <a:cs typeface="Arial"/>
              </a:defRPr>
            </a:lvl9pPr>
          </a:lstStyle>
          <a:p xmlns:a="http://schemas.openxmlformats.org/drawingml/2006/main">
            <a:pPr>
              <a:defRPr sz="2850" b="1">
                <a:solidFill>
                  <a:srgbClr val="19665B"/>
                </a:solidFill>
                <a:latin typeface="Arial"/>
                <a:ea typeface="Arial"/>
                <a:cs typeface="Arial"/>
              </a:defRPr>
            </a:pPr>
            <a:r>
              <a:rPr sz="2850" b="1">
                <a:solidFill>
                  <a:srgbClr val="19665B"/>
                </a:solidFill>
                <a:latin typeface="Arial"/>
                <a:ea typeface="Arial"/>
                <a:cs typeface="Arial"/>
              </a:rPr>
              <a:t>03</a:t>
            </a:r>
          </a:p>
        </p:txBody>
      </p:sp>
      <p:sp>
        <p:nvSpPr>
          <p:cNvPr id="11" name="text">
            <a:extLst xmlns:a="http://schemas.openxmlformats.org/drawingml/2006/main">
              <a:ext uri="{FF2B5EF4-FFF2-40B4-BE49-F238E27FC236}">
                <a16:creationId xmlns:a16="http://schemas.microsoft.com/office/drawing/2014/main" id="{3C2AB5B0-E0EF-426B-B676-970050E7FC1A}"/>
              </a:ext>
            </a:extLst>
          </p:cNvPr>
          <p:cNvSpPr>
            <a:spLocks xmlns:a="http://schemas.openxmlformats.org/drawingml/2006/main" noGrp="1"/>
          </p:cNvSpPr>
          <p:nvPr/>
        </p:nvSpPr>
        <p:spPr>
          <a:xfrm xmlns:a="http://schemas.openxmlformats.org/drawingml/2006/main">
            <a:off x="1666875" y="41529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92C2A"/>
                </a:solidFill>
                <a:latin typeface="Arial"/>
                <a:ea typeface="Arial"/>
                <a:cs typeface="Arial"/>
              </a:defRPr>
            </a:defPPr>
            <a:lvl1pPr>
              <a:defRPr sz="2175" b="1">
                <a:solidFill>
                  <a:srgbClr val="192C2A"/>
                </a:solidFill>
                <a:latin typeface="Arial"/>
                <a:ea typeface="Arial"/>
                <a:cs typeface="Arial"/>
              </a:defRPr>
            </a:lvl1pPr>
            <a:lvl2pPr>
              <a:defRPr sz="2175" b="1">
                <a:solidFill>
                  <a:srgbClr val="192C2A"/>
                </a:solidFill>
                <a:latin typeface="Arial"/>
                <a:ea typeface="Arial"/>
                <a:cs typeface="Arial"/>
              </a:defRPr>
            </a:lvl2pPr>
            <a:lvl3pPr>
              <a:defRPr sz="2175" b="1">
                <a:solidFill>
                  <a:srgbClr val="192C2A"/>
                </a:solidFill>
                <a:latin typeface="Arial"/>
                <a:ea typeface="Arial"/>
                <a:cs typeface="Arial"/>
              </a:defRPr>
            </a:lvl3pPr>
            <a:lvl4pPr>
              <a:defRPr sz="2175" b="1">
                <a:solidFill>
                  <a:srgbClr val="192C2A"/>
                </a:solidFill>
                <a:latin typeface="Arial"/>
                <a:ea typeface="Arial"/>
                <a:cs typeface="Arial"/>
              </a:defRPr>
            </a:lvl4pPr>
            <a:lvl5pPr>
              <a:defRPr sz="2175" b="1">
                <a:solidFill>
                  <a:srgbClr val="192C2A"/>
                </a:solidFill>
                <a:latin typeface="Arial"/>
                <a:ea typeface="Arial"/>
                <a:cs typeface="Arial"/>
              </a:defRPr>
            </a:lvl5pPr>
            <a:lvl6pPr>
              <a:defRPr sz="2175" b="1">
                <a:solidFill>
                  <a:srgbClr val="192C2A"/>
                </a:solidFill>
                <a:latin typeface="Arial"/>
                <a:ea typeface="Arial"/>
                <a:cs typeface="Arial"/>
              </a:defRPr>
            </a:lvl6pPr>
            <a:lvl7pPr>
              <a:defRPr sz="2175" b="1">
                <a:solidFill>
                  <a:srgbClr val="192C2A"/>
                </a:solidFill>
                <a:latin typeface="Arial"/>
                <a:ea typeface="Arial"/>
                <a:cs typeface="Arial"/>
              </a:defRPr>
            </a:lvl7pPr>
            <a:lvl8pPr>
              <a:defRPr sz="2175" b="1">
                <a:solidFill>
                  <a:srgbClr val="192C2A"/>
                </a:solidFill>
                <a:latin typeface="Arial"/>
                <a:ea typeface="Arial"/>
                <a:cs typeface="Arial"/>
              </a:defRPr>
            </a:lvl8pPr>
            <a:lvl9pPr>
              <a:defRPr sz="2175" b="1">
                <a:solidFill>
                  <a:srgbClr val="192C2A"/>
                </a:solidFill>
                <a:latin typeface="Arial"/>
                <a:ea typeface="Arial"/>
                <a:cs typeface="Arial"/>
              </a:defRPr>
            </a:lvl9pPr>
          </a:lstStyle>
          <a:p xmlns:a="http://schemas.openxmlformats.org/drawingml/2006/main">
            <a:pPr>
              <a:defRPr sz="2175" b="1">
                <a:solidFill>
                  <a:srgbClr val="192C2A"/>
                </a:solidFill>
                <a:latin typeface="Arial"/>
                <a:ea typeface="Arial"/>
                <a:cs typeface="Arial"/>
              </a:defRPr>
            </a:pPr>
            <a:r>
              <a:rPr sz="2175" b="1">
                <a:solidFill>
                  <a:srgbClr val="192C2A"/>
                </a:solidFill>
                <a:latin typeface="Arial"/>
                <a:ea typeface="Arial"/>
                <a:cs typeface="Arial"/>
              </a:rPr>
              <a:t>Проверить утечку</a:t>
            </a:r>
          </a:p>
        </p:txBody>
      </p:sp>
      <p:sp>
        <p:nvSpPr>
          <p:cNvPr id="12" name="text">
            <a:extLst xmlns:a="http://schemas.openxmlformats.org/drawingml/2006/main">
              <a:ext uri="{FF2B5EF4-FFF2-40B4-BE49-F238E27FC236}">
                <a16:creationId xmlns:a16="http://schemas.microsoft.com/office/drawing/2014/main" id="{8E548D88-A0DC-4647-9066-35DD268EA6F2}"/>
              </a:ext>
            </a:extLst>
          </p:cNvPr>
          <p:cNvSpPr>
            <a:spLocks xmlns:a="http://schemas.openxmlformats.org/drawingml/2006/main" noGrp="1"/>
          </p:cNvSpPr>
          <p:nvPr/>
        </p:nvSpPr>
        <p:spPr>
          <a:xfrm xmlns:a="http://schemas.openxmlformats.org/drawingml/2006/main">
            <a:off x="5095875" y="4171950"/>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25D"/>
                </a:solidFill>
                <a:latin typeface="Arial"/>
                <a:ea typeface="Arial"/>
                <a:cs typeface="Arial"/>
              </a:defRPr>
            </a:defPPr>
            <a:lvl1pPr>
              <a:defRPr sz="1950" b="0">
                <a:solidFill>
                  <a:srgbClr val="52625D"/>
                </a:solidFill>
                <a:latin typeface="Arial"/>
                <a:ea typeface="Arial"/>
                <a:cs typeface="Arial"/>
              </a:defRPr>
            </a:lvl1pPr>
            <a:lvl2pPr>
              <a:defRPr sz="1950" b="0">
                <a:solidFill>
                  <a:srgbClr val="52625D"/>
                </a:solidFill>
                <a:latin typeface="Arial"/>
                <a:ea typeface="Arial"/>
                <a:cs typeface="Arial"/>
              </a:defRPr>
            </a:lvl2pPr>
            <a:lvl3pPr>
              <a:defRPr sz="1950" b="0">
                <a:solidFill>
                  <a:srgbClr val="52625D"/>
                </a:solidFill>
                <a:latin typeface="Arial"/>
                <a:ea typeface="Arial"/>
                <a:cs typeface="Arial"/>
              </a:defRPr>
            </a:lvl3pPr>
            <a:lvl4pPr>
              <a:defRPr sz="1950" b="0">
                <a:solidFill>
                  <a:srgbClr val="52625D"/>
                </a:solidFill>
                <a:latin typeface="Arial"/>
                <a:ea typeface="Arial"/>
                <a:cs typeface="Arial"/>
              </a:defRPr>
            </a:lvl4pPr>
            <a:lvl5pPr>
              <a:defRPr sz="1950" b="0">
                <a:solidFill>
                  <a:srgbClr val="52625D"/>
                </a:solidFill>
                <a:latin typeface="Arial"/>
                <a:ea typeface="Arial"/>
                <a:cs typeface="Arial"/>
              </a:defRPr>
            </a:lvl5pPr>
            <a:lvl6pPr>
              <a:defRPr sz="1950" b="0">
                <a:solidFill>
                  <a:srgbClr val="52625D"/>
                </a:solidFill>
                <a:latin typeface="Arial"/>
                <a:ea typeface="Arial"/>
                <a:cs typeface="Arial"/>
              </a:defRPr>
            </a:lvl6pPr>
            <a:lvl7pPr>
              <a:defRPr sz="1950" b="0">
                <a:solidFill>
                  <a:srgbClr val="52625D"/>
                </a:solidFill>
                <a:latin typeface="Arial"/>
                <a:ea typeface="Arial"/>
                <a:cs typeface="Arial"/>
              </a:defRPr>
            </a:lvl7pPr>
            <a:lvl8pPr>
              <a:defRPr sz="1950" b="0">
                <a:solidFill>
                  <a:srgbClr val="52625D"/>
                </a:solidFill>
                <a:latin typeface="Arial"/>
                <a:ea typeface="Arial"/>
                <a:cs typeface="Arial"/>
              </a:defRPr>
            </a:lvl8pPr>
            <a:lvl9pPr>
              <a:defRPr sz="1950" b="0">
                <a:solidFill>
                  <a:srgbClr val="52625D"/>
                </a:solidFill>
                <a:latin typeface="Arial"/>
                <a:ea typeface="Arial"/>
                <a:cs typeface="Arial"/>
              </a:defRPr>
            </a:lvl9pPr>
          </a:lstStyle>
          <a:p xmlns:a="http://schemas.openxmlformats.org/drawingml/2006/main">
            <a:pPr>
              <a:defRPr sz="1950" b="0">
                <a:solidFill>
                  <a:srgbClr val="52625D"/>
                </a:solidFill>
                <a:latin typeface="Arial"/>
                <a:ea typeface="Arial"/>
                <a:cs typeface="Arial"/>
              </a:defRPr>
            </a:pPr>
            <a:r>
              <a:rPr sz="1950" b="0">
                <a:solidFill>
                  <a:srgbClr val="52625D"/>
                </a:solidFill>
                <a:latin typeface="Arial"/>
                <a:ea typeface="Arial"/>
                <a:cs typeface="Arial"/>
              </a:rPr>
              <a:t>Независимую выборку holdout исключают из настройки и примеров.</a:t>
            </a:r>
          </a:p>
        </p:txBody>
      </p:sp>
      <p:sp>
        <p:nvSpPr>
          <p:cNvPr id="13" name="text">
            <a:extLst xmlns:a="http://schemas.openxmlformats.org/drawingml/2006/main">
              <a:ext uri="{FF2B5EF4-FFF2-40B4-BE49-F238E27FC236}">
                <a16:creationId xmlns:a16="http://schemas.microsoft.com/office/drawing/2014/main" id="{05329C84-EB90-4203-A0A5-5390B4DD3365}"/>
              </a:ext>
            </a:extLst>
          </p:cNvPr>
          <p:cNvSpPr>
            <a:spLocks xmlns:a="http://schemas.openxmlformats.org/drawingml/2006/main" noGrp="1"/>
          </p:cNvSpPr>
          <p:nvPr/>
        </p:nvSpPr>
        <p:spPr>
          <a:xfrm xmlns:a="http://schemas.openxmlformats.org/drawingml/2006/main">
            <a:off x="628650" y="50673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9665B"/>
                </a:solidFill>
                <a:latin typeface="Arial"/>
                <a:ea typeface="Arial"/>
                <a:cs typeface="Arial"/>
              </a:defRPr>
            </a:defPPr>
            <a:lvl1pPr>
              <a:defRPr sz="2850" b="1">
                <a:solidFill>
                  <a:srgbClr val="19665B"/>
                </a:solidFill>
                <a:latin typeface="Arial"/>
                <a:ea typeface="Arial"/>
                <a:cs typeface="Arial"/>
              </a:defRPr>
            </a:lvl1pPr>
            <a:lvl2pPr>
              <a:defRPr sz="2850" b="1">
                <a:solidFill>
                  <a:srgbClr val="19665B"/>
                </a:solidFill>
                <a:latin typeface="Arial"/>
                <a:ea typeface="Arial"/>
                <a:cs typeface="Arial"/>
              </a:defRPr>
            </a:lvl2pPr>
            <a:lvl3pPr>
              <a:defRPr sz="2850" b="1">
                <a:solidFill>
                  <a:srgbClr val="19665B"/>
                </a:solidFill>
                <a:latin typeface="Arial"/>
                <a:ea typeface="Arial"/>
                <a:cs typeface="Arial"/>
              </a:defRPr>
            </a:lvl3pPr>
            <a:lvl4pPr>
              <a:defRPr sz="2850" b="1">
                <a:solidFill>
                  <a:srgbClr val="19665B"/>
                </a:solidFill>
                <a:latin typeface="Arial"/>
                <a:ea typeface="Arial"/>
                <a:cs typeface="Arial"/>
              </a:defRPr>
            </a:lvl4pPr>
            <a:lvl5pPr>
              <a:defRPr sz="2850" b="1">
                <a:solidFill>
                  <a:srgbClr val="19665B"/>
                </a:solidFill>
                <a:latin typeface="Arial"/>
                <a:ea typeface="Arial"/>
                <a:cs typeface="Arial"/>
              </a:defRPr>
            </a:lvl5pPr>
            <a:lvl6pPr>
              <a:defRPr sz="2850" b="1">
                <a:solidFill>
                  <a:srgbClr val="19665B"/>
                </a:solidFill>
                <a:latin typeface="Arial"/>
                <a:ea typeface="Arial"/>
                <a:cs typeface="Arial"/>
              </a:defRPr>
            </a:lvl6pPr>
            <a:lvl7pPr>
              <a:defRPr sz="2850" b="1">
                <a:solidFill>
                  <a:srgbClr val="19665B"/>
                </a:solidFill>
                <a:latin typeface="Arial"/>
                <a:ea typeface="Arial"/>
                <a:cs typeface="Arial"/>
              </a:defRPr>
            </a:lvl7pPr>
            <a:lvl8pPr>
              <a:defRPr sz="2850" b="1">
                <a:solidFill>
                  <a:srgbClr val="19665B"/>
                </a:solidFill>
                <a:latin typeface="Arial"/>
                <a:ea typeface="Arial"/>
                <a:cs typeface="Arial"/>
              </a:defRPr>
            </a:lvl8pPr>
            <a:lvl9pPr>
              <a:defRPr sz="2850" b="1">
                <a:solidFill>
                  <a:srgbClr val="19665B"/>
                </a:solidFill>
                <a:latin typeface="Arial"/>
                <a:ea typeface="Arial"/>
                <a:cs typeface="Arial"/>
              </a:defRPr>
            </a:lvl9pPr>
          </a:lstStyle>
          <a:p xmlns:a="http://schemas.openxmlformats.org/drawingml/2006/main">
            <a:pPr>
              <a:defRPr sz="2850" b="1">
                <a:solidFill>
                  <a:srgbClr val="19665B"/>
                </a:solidFill>
                <a:latin typeface="Arial"/>
                <a:ea typeface="Arial"/>
                <a:cs typeface="Arial"/>
              </a:defRPr>
            </a:pPr>
            <a:r>
              <a:rPr sz="2850" b="1">
                <a:solidFill>
                  <a:srgbClr val="19665B"/>
                </a:solidFill>
                <a:latin typeface="Arial"/>
                <a:ea typeface="Arial"/>
                <a:cs typeface="Arial"/>
              </a:rPr>
              <a:t>04</a:t>
            </a:r>
          </a:p>
        </p:txBody>
      </p:sp>
      <p:sp>
        <p:nvSpPr>
          <p:cNvPr id="14" name="text">
            <a:extLst xmlns:a="http://schemas.openxmlformats.org/drawingml/2006/main">
              <a:ext uri="{FF2B5EF4-FFF2-40B4-BE49-F238E27FC236}">
                <a16:creationId xmlns:a16="http://schemas.microsoft.com/office/drawing/2014/main" id="{248A35CC-EDED-4B43-A5B9-6A1E5B4C09FE}"/>
              </a:ext>
            </a:extLst>
          </p:cNvPr>
          <p:cNvSpPr>
            <a:spLocks xmlns:a="http://schemas.openxmlformats.org/drawingml/2006/main" noGrp="1"/>
          </p:cNvSpPr>
          <p:nvPr/>
        </p:nvSpPr>
        <p:spPr>
          <a:xfrm xmlns:a="http://schemas.openxmlformats.org/drawingml/2006/main">
            <a:off x="1666875" y="50673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92C2A"/>
                </a:solidFill>
                <a:latin typeface="Arial"/>
                <a:ea typeface="Arial"/>
                <a:cs typeface="Arial"/>
              </a:defRPr>
            </a:defPPr>
            <a:lvl1pPr>
              <a:defRPr sz="2175" b="1">
                <a:solidFill>
                  <a:srgbClr val="192C2A"/>
                </a:solidFill>
                <a:latin typeface="Arial"/>
                <a:ea typeface="Arial"/>
                <a:cs typeface="Arial"/>
              </a:defRPr>
            </a:lvl1pPr>
            <a:lvl2pPr>
              <a:defRPr sz="2175" b="1">
                <a:solidFill>
                  <a:srgbClr val="192C2A"/>
                </a:solidFill>
                <a:latin typeface="Arial"/>
                <a:ea typeface="Arial"/>
                <a:cs typeface="Arial"/>
              </a:defRPr>
            </a:lvl2pPr>
            <a:lvl3pPr>
              <a:defRPr sz="2175" b="1">
                <a:solidFill>
                  <a:srgbClr val="192C2A"/>
                </a:solidFill>
                <a:latin typeface="Arial"/>
                <a:ea typeface="Arial"/>
                <a:cs typeface="Arial"/>
              </a:defRPr>
            </a:lvl3pPr>
            <a:lvl4pPr>
              <a:defRPr sz="2175" b="1">
                <a:solidFill>
                  <a:srgbClr val="192C2A"/>
                </a:solidFill>
                <a:latin typeface="Arial"/>
                <a:ea typeface="Arial"/>
                <a:cs typeface="Arial"/>
              </a:defRPr>
            </a:lvl4pPr>
            <a:lvl5pPr>
              <a:defRPr sz="2175" b="1">
                <a:solidFill>
                  <a:srgbClr val="192C2A"/>
                </a:solidFill>
                <a:latin typeface="Arial"/>
                <a:ea typeface="Arial"/>
                <a:cs typeface="Arial"/>
              </a:defRPr>
            </a:lvl5pPr>
            <a:lvl6pPr>
              <a:defRPr sz="2175" b="1">
                <a:solidFill>
                  <a:srgbClr val="192C2A"/>
                </a:solidFill>
                <a:latin typeface="Arial"/>
                <a:ea typeface="Arial"/>
                <a:cs typeface="Arial"/>
              </a:defRPr>
            </a:lvl6pPr>
            <a:lvl7pPr>
              <a:defRPr sz="2175" b="1">
                <a:solidFill>
                  <a:srgbClr val="192C2A"/>
                </a:solidFill>
                <a:latin typeface="Arial"/>
                <a:ea typeface="Arial"/>
                <a:cs typeface="Arial"/>
              </a:defRPr>
            </a:lvl7pPr>
            <a:lvl8pPr>
              <a:defRPr sz="2175" b="1">
                <a:solidFill>
                  <a:srgbClr val="192C2A"/>
                </a:solidFill>
                <a:latin typeface="Arial"/>
                <a:ea typeface="Arial"/>
                <a:cs typeface="Arial"/>
              </a:defRPr>
            </a:lvl8pPr>
            <a:lvl9pPr>
              <a:defRPr sz="2175" b="1">
                <a:solidFill>
                  <a:srgbClr val="192C2A"/>
                </a:solidFill>
                <a:latin typeface="Arial"/>
                <a:ea typeface="Arial"/>
                <a:cs typeface="Arial"/>
              </a:defRPr>
            </a:lvl9pPr>
          </a:lstStyle>
          <a:p xmlns:a="http://schemas.openxmlformats.org/drawingml/2006/main">
            <a:pPr>
              <a:defRPr sz="2175" b="1">
                <a:solidFill>
                  <a:srgbClr val="192C2A"/>
                </a:solidFill>
                <a:latin typeface="Arial"/>
                <a:ea typeface="Arial"/>
                <a:cs typeface="Arial"/>
              </a:defRPr>
            </a:pPr>
            <a:r>
              <a:rPr sz="2175" b="1">
                <a:solidFill>
                  <a:srgbClr val="192C2A"/>
                </a:solidFill>
                <a:latin typeface="Arial"/>
                <a:ea typeface="Arial"/>
                <a:cs typeface="Arial"/>
              </a:rPr>
              <a:t>Измерить расходы</a:t>
            </a:r>
          </a:p>
        </p:txBody>
      </p:sp>
      <p:sp>
        <p:nvSpPr>
          <p:cNvPr id="15" name="text">
            <a:extLst xmlns:a="http://schemas.openxmlformats.org/drawingml/2006/main">
              <a:ext uri="{FF2B5EF4-FFF2-40B4-BE49-F238E27FC236}">
                <a16:creationId xmlns:a16="http://schemas.microsoft.com/office/drawing/2014/main" id="{E1934619-2104-472D-A58E-BF5883EBC38B}"/>
              </a:ext>
            </a:extLst>
          </p:cNvPr>
          <p:cNvSpPr>
            <a:spLocks xmlns:a="http://schemas.openxmlformats.org/drawingml/2006/main" noGrp="1"/>
          </p:cNvSpPr>
          <p:nvPr/>
        </p:nvSpPr>
        <p:spPr>
          <a:xfrm xmlns:a="http://schemas.openxmlformats.org/drawingml/2006/main">
            <a:off x="5095875" y="5086350"/>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25D"/>
                </a:solidFill>
                <a:latin typeface="Arial"/>
                <a:ea typeface="Arial"/>
                <a:cs typeface="Arial"/>
              </a:defRPr>
            </a:defPPr>
            <a:lvl1pPr>
              <a:defRPr sz="1950" b="0">
                <a:solidFill>
                  <a:srgbClr val="52625D"/>
                </a:solidFill>
                <a:latin typeface="Arial"/>
                <a:ea typeface="Arial"/>
                <a:cs typeface="Arial"/>
              </a:defRPr>
            </a:lvl1pPr>
            <a:lvl2pPr>
              <a:defRPr sz="1950" b="0">
                <a:solidFill>
                  <a:srgbClr val="52625D"/>
                </a:solidFill>
                <a:latin typeface="Arial"/>
                <a:ea typeface="Arial"/>
                <a:cs typeface="Arial"/>
              </a:defRPr>
            </a:lvl2pPr>
            <a:lvl3pPr>
              <a:defRPr sz="1950" b="0">
                <a:solidFill>
                  <a:srgbClr val="52625D"/>
                </a:solidFill>
                <a:latin typeface="Arial"/>
                <a:ea typeface="Arial"/>
                <a:cs typeface="Arial"/>
              </a:defRPr>
            </a:lvl3pPr>
            <a:lvl4pPr>
              <a:defRPr sz="1950" b="0">
                <a:solidFill>
                  <a:srgbClr val="52625D"/>
                </a:solidFill>
                <a:latin typeface="Arial"/>
                <a:ea typeface="Arial"/>
                <a:cs typeface="Arial"/>
              </a:defRPr>
            </a:lvl4pPr>
            <a:lvl5pPr>
              <a:defRPr sz="1950" b="0">
                <a:solidFill>
                  <a:srgbClr val="52625D"/>
                </a:solidFill>
                <a:latin typeface="Arial"/>
                <a:ea typeface="Arial"/>
                <a:cs typeface="Arial"/>
              </a:defRPr>
            </a:lvl5pPr>
            <a:lvl6pPr>
              <a:defRPr sz="1950" b="0">
                <a:solidFill>
                  <a:srgbClr val="52625D"/>
                </a:solidFill>
                <a:latin typeface="Arial"/>
                <a:ea typeface="Arial"/>
                <a:cs typeface="Arial"/>
              </a:defRPr>
            </a:lvl6pPr>
            <a:lvl7pPr>
              <a:defRPr sz="1950" b="0">
                <a:solidFill>
                  <a:srgbClr val="52625D"/>
                </a:solidFill>
                <a:latin typeface="Arial"/>
                <a:ea typeface="Arial"/>
                <a:cs typeface="Arial"/>
              </a:defRPr>
            </a:lvl7pPr>
            <a:lvl8pPr>
              <a:defRPr sz="1950" b="0">
                <a:solidFill>
                  <a:srgbClr val="52625D"/>
                </a:solidFill>
                <a:latin typeface="Arial"/>
                <a:ea typeface="Arial"/>
                <a:cs typeface="Arial"/>
              </a:defRPr>
            </a:lvl8pPr>
            <a:lvl9pPr>
              <a:defRPr sz="1950" b="0">
                <a:solidFill>
                  <a:srgbClr val="52625D"/>
                </a:solidFill>
                <a:latin typeface="Arial"/>
                <a:ea typeface="Arial"/>
                <a:cs typeface="Arial"/>
              </a:defRPr>
            </a:lvl9pPr>
          </a:lstStyle>
          <a:p xmlns:a="http://schemas.openxmlformats.org/drawingml/2006/main">
            <a:pPr>
              <a:defRPr sz="1950" b="0">
                <a:solidFill>
                  <a:srgbClr val="52625D"/>
                </a:solidFill>
                <a:latin typeface="Arial"/>
                <a:ea typeface="Arial"/>
                <a:cs typeface="Arial"/>
              </a:defRPr>
            </a:pPr>
            <a:r>
              <a:rPr sz="1950" b="0">
                <a:solidFill>
                  <a:srgbClr val="52625D"/>
                </a:solidFill>
                <a:latin typeface="Arial"/>
                <a:ea typeface="Arial"/>
                <a:cs typeface="Arial"/>
              </a:rPr>
              <a:t>Все попытки, retries, кеш и wall time входят в сравнение.</a:t>
            </a:r>
          </a:p>
        </p:txBody>
      </p:sp>
    </p:spTree>
    <p:extLst>
      <p:ext uri="{BB962C8B-B14F-4D97-AF65-F5344CB8AC3E}">
        <p14:creationId xmlns:p14="http://schemas.microsoft.com/office/powerpoint/2010/main" val="1913757023"/>
      </p:ext>
    </p:extLst>
  </p:cSld>
</p:sld>
</file>

<file path=ppt/slides/slide1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51260FDB-279F-4D96-ADC6-5B5C492D2863}"/>
              </a:ext>
            </a:extLst>
          </p:cNvPr>
          <p:cNvSpPr>
            <a:spLocks xmlns:a="http://schemas.openxmlformats.org/drawingml/2006/main" noGrp="1"/>
          </p:cNvSpPr>
          <p:nvPr/>
        </p:nvSpPr>
        <p:spPr>
          <a:xfrm xmlns:a="http://schemas.openxmlformats.org/drawingml/2006/main">
            <a:off x="609600" y="533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92C2A"/>
                </a:solidFill>
                <a:latin typeface="Arial"/>
                <a:ea typeface="Arial"/>
                <a:cs typeface="Arial"/>
              </a:defRPr>
            </a:defPPr>
            <a:lvl1pPr>
              <a:defRPr sz="3225" b="1">
                <a:solidFill>
                  <a:srgbClr val="192C2A"/>
                </a:solidFill>
                <a:latin typeface="Arial"/>
                <a:ea typeface="Arial"/>
                <a:cs typeface="Arial"/>
              </a:defRPr>
            </a:lvl1pPr>
            <a:lvl2pPr>
              <a:defRPr sz="3225" b="1">
                <a:solidFill>
                  <a:srgbClr val="192C2A"/>
                </a:solidFill>
                <a:latin typeface="Arial"/>
                <a:ea typeface="Arial"/>
                <a:cs typeface="Arial"/>
              </a:defRPr>
            </a:lvl2pPr>
            <a:lvl3pPr>
              <a:defRPr sz="3225" b="1">
                <a:solidFill>
                  <a:srgbClr val="192C2A"/>
                </a:solidFill>
                <a:latin typeface="Arial"/>
                <a:ea typeface="Arial"/>
                <a:cs typeface="Arial"/>
              </a:defRPr>
            </a:lvl3pPr>
            <a:lvl4pPr>
              <a:defRPr sz="3225" b="1">
                <a:solidFill>
                  <a:srgbClr val="192C2A"/>
                </a:solidFill>
                <a:latin typeface="Arial"/>
                <a:ea typeface="Arial"/>
                <a:cs typeface="Arial"/>
              </a:defRPr>
            </a:lvl4pPr>
            <a:lvl5pPr>
              <a:defRPr sz="3225" b="1">
                <a:solidFill>
                  <a:srgbClr val="192C2A"/>
                </a:solidFill>
                <a:latin typeface="Arial"/>
                <a:ea typeface="Arial"/>
                <a:cs typeface="Arial"/>
              </a:defRPr>
            </a:lvl5pPr>
            <a:lvl6pPr>
              <a:defRPr sz="3225" b="1">
                <a:solidFill>
                  <a:srgbClr val="192C2A"/>
                </a:solidFill>
                <a:latin typeface="Arial"/>
                <a:ea typeface="Arial"/>
                <a:cs typeface="Arial"/>
              </a:defRPr>
            </a:lvl6pPr>
            <a:lvl7pPr>
              <a:defRPr sz="3225" b="1">
                <a:solidFill>
                  <a:srgbClr val="192C2A"/>
                </a:solidFill>
                <a:latin typeface="Arial"/>
                <a:ea typeface="Arial"/>
                <a:cs typeface="Arial"/>
              </a:defRPr>
            </a:lvl7pPr>
            <a:lvl8pPr>
              <a:defRPr sz="3225" b="1">
                <a:solidFill>
                  <a:srgbClr val="192C2A"/>
                </a:solidFill>
                <a:latin typeface="Arial"/>
                <a:ea typeface="Arial"/>
                <a:cs typeface="Arial"/>
              </a:defRPr>
            </a:lvl8pPr>
            <a:lvl9pPr>
              <a:defRPr sz="3225" b="1">
                <a:solidFill>
                  <a:srgbClr val="192C2A"/>
                </a:solidFill>
                <a:latin typeface="Arial"/>
                <a:ea typeface="Arial"/>
                <a:cs typeface="Arial"/>
              </a:defRPr>
            </a:lvl9pPr>
          </a:lstStyle>
          <a:p xmlns:a="http://schemas.openxmlformats.org/drawingml/2006/main">
            <a:pPr>
              <a:defRPr sz="3225" b="1">
                <a:solidFill>
                  <a:srgbClr val="192C2A"/>
                </a:solidFill>
                <a:latin typeface="Arial"/>
                <a:ea typeface="Arial"/>
                <a:cs typeface="Arial"/>
              </a:defRPr>
            </a:pPr>
            <a:r>
              <a:rPr sz="3225" b="1">
                <a:solidFill>
                  <a:srgbClr val="192C2A"/>
                </a:solidFill>
                <a:latin typeface="Arial"/>
                <a:ea typeface="Arial"/>
                <a:cs typeface="Arial"/>
              </a:rPr>
              <a:t>Режимы запуска</a:t>
            </a:r>
          </a:p>
        </p:txBody>
      </p:sp>
      <p:sp>
        <p:nvSpPr>
          <p:cNvPr id="2" name="subtitle">
            <a:extLst xmlns:a="http://schemas.openxmlformats.org/drawingml/2006/main">
              <a:ext uri="{FF2B5EF4-FFF2-40B4-BE49-F238E27FC236}">
                <a16:creationId xmlns:a16="http://schemas.microsoft.com/office/drawing/2014/main" id="{392C838B-D961-45C8-AA87-15A0325A72E6}"/>
              </a:ext>
            </a:extLst>
          </p:cNvPr>
          <p:cNvSpPr>
            <a:spLocks xmlns:a="http://schemas.openxmlformats.org/drawingml/2006/main" noGrp="1"/>
          </p:cNvSpPr>
          <p:nvPr/>
        </p:nvSpPr>
        <p:spPr>
          <a:xfrm xmlns:a="http://schemas.openxmlformats.org/drawingml/2006/main">
            <a:off x="628650" y="146685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25D"/>
                </a:solidFill>
                <a:latin typeface="Arial"/>
                <a:ea typeface="Arial"/>
                <a:cs typeface="Arial"/>
              </a:defRPr>
            </a:defPPr>
            <a:lvl1pPr>
              <a:defRPr sz="1875" b="0">
                <a:solidFill>
                  <a:srgbClr val="52625D"/>
                </a:solidFill>
                <a:latin typeface="Arial"/>
                <a:ea typeface="Arial"/>
                <a:cs typeface="Arial"/>
              </a:defRPr>
            </a:lvl1pPr>
            <a:lvl2pPr>
              <a:defRPr sz="1875" b="0">
                <a:solidFill>
                  <a:srgbClr val="52625D"/>
                </a:solidFill>
                <a:latin typeface="Arial"/>
                <a:ea typeface="Arial"/>
                <a:cs typeface="Arial"/>
              </a:defRPr>
            </a:lvl2pPr>
            <a:lvl3pPr>
              <a:defRPr sz="1875" b="0">
                <a:solidFill>
                  <a:srgbClr val="52625D"/>
                </a:solidFill>
                <a:latin typeface="Arial"/>
                <a:ea typeface="Arial"/>
                <a:cs typeface="Arial"/>
              </a:defRPr>
            </a:lvl3pPr>
            <a:lvl4pPr>
              <a:defRPr sz="1875" b="0">
                <a:solidFill>
                  <a:srgbClr val="52625D"/>
                </a:solidFill>
                <a:latin typeface="Arial"/>
                <a:ea typeface="Arial"/>
                <a:cs typeface="Arial"/>
              </a:defRPr>
            </a:lvl4pPr>
            <a:lvl5pPr>
              <a:defRPr sz="1875" b="0">
                <a:solidFill>
                  <a:srgbClr val="52625D"/>
                </a:solidFill>
                <a:latin typeface="Arial"/>
                <a:ea typeface="Arial"/>
                <a:cs typeface="Arial"/>
              </a:defRPr>
            </a:lvl5pPr>
            <a:lvl6pPr>
              <a:defRPr sz="1875" b="0">
                <a:solidFill>
                  <a:srgbClr val="52625D"/>
                </a:solidFill>
                <a:latin typeface="Arial"/>
                <a:ea typeface="Arial"/>
                <a:cs typeface="Arial"/>
              </a:defRPr>
            </a:lvl6pPr>
            <a:lvl7pPr>
              <a:defRPr sz="1875" b="0">
                <a:solidFill>
                  <a:srgbClr val="52625D"/>
                </a:solidFill>
                <a:latin typeface="Arial"/>
                <a:ea typeface="Arial"/>
                <a:cs typeface="Arial"/>
              </a:defRPr>
            </a:lvl7pPr>
            <a:lvl8pPr>
              <a:defRPr sz="1875" b="0">
                <a:solidFill>
                  <a:srgbClr val="52625D"/>
                </a:solidFill>
                <a:latin typeface="Arial"/>
                <a:ea typeface="Arial"/>
                <a:cs typeface="Arial"/>
              </a:defRPr>
            </a:lvl8pPr>
            <a:lvl9pPr>
              <a:defRPr sz="1875" b="0">
                <a:solidFill>
                  <a:srgbClr val="52625D"/>
                </a:solidFill>
                <a:latin typeface="Arial"/>
                <a:ea typeface="Arial"/>
                <a:cs typeface="Arial"/>
              </a:defRPr>
            </a:lvl9pPr>
          </a:lstStyle>
          <a:p xmlns:a="http://schemas.openxmlformats.org/drawingml/2006/main">
            <a:pPr>
              <a:defRPr sz="1875" b="0">
                <a:solidFill>
                  <a:srgbClr val="52625D"/>
                </a:solidFill>
                <a:latin typeface="Arial"/>
                <a:ea typeface="Arial"/>
                <a:cs typeface="Arial"/>
              </a:defRPr>
            </a:pPr>
            <a:r>
              <a:rPr sz="1875" b="0">
                <a:solidFill>
                  <a:srgbClr val="52625D"/>
                </a:solidFill>
                <a:latin typeface="Arial"/>
                <a:ea typeface="Arial"/>
                <a:cs typeface="Arial"/>
              </a:rPr>
              <a:t>Текущие настройки на 19 октября 2026. Качество потока проверяется отдельно.</a:t>
            </a:r>
          </a:p>
        </p:txBody>
      </p:sp>
      <p:sp>
        <p:nvSpPr>
          <p:cNvPr id="3" name="slide-number">
            <a:extLst xmlns:a="http://schemas.openxmlformats.org/drawingml/2006/main">
              <a:ext uri="{FF2B5EF4-FFF2-40B4-BE49-F238E27FC236}">
                <a16:creationId xmlns:a16="http://schemas.microsoft.com/office/drawing/2014/main" id="{9E7288AC-CB58-40E6-BAD0-3D1B64A7D7B9}"/>
              </a:ext>
            </a:extLst>
          </p:cNvPr>
          <p:cNvSpPr>
            <a:spLocks xmlns:a="http://schemas.openxmlformats.org/drawingml/2006/main" noGrp="1"/>
          </p:cNvSpPr>
          <p:nvPr/>
        </p:nvSpPr>
        <p:spPr>
          <a:xfrm xmlns:a="http://schemas.openxmlformats.org/drawingml/2006/main">
            <a:off x="11239500"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25D"/>
                </a:solidFill>
                <a:latin typeface="Arial"/>
                <a:ea typeface="Arial"/>
                <a:cs typeface="Arial"/>
              </a:defRPr>
            </a:defPPr>
            <a:lvl1pPr>
              <a:defRPr sz="1350" b="0">
                <a:solidFill>
                  <a:srgbClr val="52625D"/>
                </a:solidFill>
                <a:latin typeface="Arial"/>
                <a:ea typeface="Arial"/>
                <a:cs typeface="Arial"/>
              </a:defRPr>
            </a:lvl1pPr>
            <a:lvl2pPr>
              <a:defRPr sz="1350" b="0">
                <a:solidFill>
                  <a:srgbClr val="52625D"/>
                </a:solidFill>
                <a:latin typeface="Arial"/>
                <a:ea typeface="Arial"/>
                <a:cs typeface="Arial"/>
              </a:defRPr>
            </a:lvl2pPr>
            <a:lvl3pPr>
              <a:defRPr sz="1350" b="0">
                <a:solidFill>
                  <a:srgbClr val="52625D"/>
                </a:solidFill>
                <a:latin typeface="Arial"/>
                <a:ea typeface="Arial"/>
                <a:cs typeface="Arial"/>
              </a:defRPr>
            </a:lvl3pPr>
            <a:lvl4pPr>
              <a:defRPr sz="1350" b="0">
                <a:solidFill>
                  <a:srgbClr val="52625D"/>
                </a:solidFill>
                <a:latin typeface="Arial"/>
                <a:ea typeface="Arial"/>
                <a:cs typeface="Arial"/>
              </a:defRPr>
            </a:lvl4pPr>
            <a:lvl5pPr>
              <a:defRPr sz="1350" b="0">
                <a:solidFill>
                  <a:srgbClr val="52625D"/>
                </a:solidFill>
                <a:latin typeface="Arial"/>
                <a:ea typeface="Arial"/>
                <a:cs typeface="Arial"/>
              </a:defRPr>
            </a:lvl5pPr>
            <a:lvl6pPr>
              <a:defRPr sz="1350" b="0">
                <a:solidFill>
                  <a:srgbClr val="52625D"/>
                </a:solidFill>
                <a:latin typeface="Arial"/>
                <a:ea typeface="Arial"/>
                <a:cs typeface="Arial"/>
              </a:defRPr>
            </a:lvl6pPr>
            <a:lvl7pPr>
              <a:defRPr sz="1350" b="0">
                <a:solidFill>
                  <a:srgbClr val="52625D"/>
                </a:solidFill>
                <a:latin typeface="Arial"/>
                <a:ea typeface="Arial"/>
                <a:cs typeface="Arial"/>
              </a:defRPr>
            </a:lvl7pPr>
            <a:lvl8pPr>
              <a:defRPr sz="1350" b="0">
                <a:solidFill>
                  <a:srgbClr val="52625D"/>
                </a:solidFill>
                <a:latin typeface="Arial"/>
                <a:ea typeface="Arial"/>
                <a:cs typeface="Arial"/>
              </a:defRPr>
            </a:lvl8pPr>
            <a:lvl9pPr>
              <a:defRPr sz="1350" b="0">
                <a:solidFill>
                  <a:srgbClr val="52625D"/>
                </a:solidFill>
                <a:latin typeface="Arial"/>
                <a:ea typeface="Arial"/>
                <a:cs typeface="Arial"/>
              </a:defRPr>
            </a:lvl9pPr>
          </a:lstStyle>
          <a:p xmlns:a="http://schemas.openxmlformats.org/drawingml/2006/main">
            <a:pPr>
              <a:defRPr sz="1350" b="0">
                <a:solidFill>
                  <a:srgbClr val="52625D"/>
                </a:solidFill>
                <a:latin typeface="Arial"/>
                <a:ea typeface="Arial"/>
                <a:cs typeface="Arial"/>
              </a:defRPr>
            </a:pPr>
            <a:r>
              <a:rPr sz="1350" b="0">
                <a:solidFill>
                  <a:srgbClr val="52625D"/>
                </a:solidFill>
                <a:latin typeface="Arial"/>
                <a:ea typeface="Arial"/>
                <a:cs typeface="Arial"/>
              </a:rPr>
              <a:t>16</a:t>
            </a:r>
          </a:p>
        </p:txBody>
      </p:sp>
      <p:graphicFrame>
        <p:nvGraphicFramePr>
          <p:cNvPr id="4" name="">
            <a:extLst xmlns:a="http://schemas.openxmlformats.org/drawingml/2006/main">
              <a:ext uri="{FF2B5EF4-FFF2-40B4-BE49-F238E27FC236}">
                <a16:creationId xmlns:a16="http://schemas.microsoft.com/office/drawing/2014/main" id="{389DFA0B-04FF-4C9B-9880-DCAFA359BECE}"/>
              </a:ext>
            </a:extLst>
          </p:cNvPr>
          <p:cNvGraphicFramePr/>
          <p:nvPr/>
        </p:nvGraphicFramePr>
        <p:xfrm>
          <a:off xmlns:a="http://schemas.openxmlformats.org/drawingml/2006/main" x="609600" y="2247900"/>
          <a:ext xmlns:a="http://schemas.openxmlformats.org/drawingml/2006/main" cx="10972800" cy="3810000"/>
        </p:xfrm>
        <a:graphic xmlns:a="http://schemas.openxmlformats.org/drawingml/2006/main">
          <a:graphicData uri="http://schemas.openxmlformats.org/drawingml/2006/table">
            <a:tbl>
              <a:tblPr firstRow="0" firstCol="0" bandRow="0"/>
              <a:tblGrid>
                <a:gridCol w="3333750"/>
                <a:gridCol w="7639050"/>
              </a:tblGrid>
              <a:tr h="635000">
                <a:tc>
                  <a:txBody>
                    <a:bodyPr/>
                    <a:lstStyle/>
                    <a:p>
                      <a:r>
                        <a:rPr sz="1800" b="1">
                          <a:solidFill>
                            <a:srgbClr val="F5F1E8"/>
                          </a:solidFill>
                          <a:latin typeface="Arial"/>
                          <a:ea typeface="Arial"/>
                          <a:cs typeface="Arial"/>
                        </a:rPr>
                        <a:t>Контур</a:t>
                      </a:r>
                    </a:p>
                  </a:txBody>
                  <a:tcPr marL="152400" marR="152400" marT="76200" marB="57150">
                    <a:lnL w="9525">
                      <a:solidFill>
                        <a:srgbClr val="D3D7CF"/>
                      </a:solidFill>
                      <a:prstDash val="solid"/>
                    </a:lnL>
                    <a:lnR w="9525">
                      <a:solidFill>
                        <a:srgbClr val="D3D7CF"/>
                      </a:solidFill>
                      <a:prstDash val="solid"/>
                    </a:lnR>
                    <a:lnT w="9525">
                      <a:solidFill>
                        <a:srgbClr val="D3D7CF"/>
                      </a:solidFill>
                      <a:prstDash val="solid"/>
                    </a:lnT>
                    <a:lnB w="9525">
                      <a:solidFill>
                        <a:srgbClr val="D3D7CF"/>
                      </a:solidFill>
                      <a:prstDash val="solid"/>
                    </a:lnB>
                    <a:solidFill>
                      <a:srgbClr val="19665B"/>
                    </a:solidFill>
                  </a:tcPr>
                </a:tc>
                <a:tc>
                  <a:txBody>
                    <a:bodyPr/>
                    <a:lstStyle/>
                    <a:p>
                      <a:r>
                        <a:rPr sz="1800" b="1">
                          <a:solidFill>
                            <a:srgbClr val="F5F1E8"/>
                          </a:solidFill>
                          <a:latin typeface="Arial"/>
                          <a:ea typeface="Arial"/>
                          <a:cs typeface="Arial"/>
                        </a:rPr>
                        <a:t>Текущее поведение</a:t>
                      </a:r>
                    </a:p>
                  </a:txBody>
                  <a:tcPr marL="152400" marR="152400" marT="76200" marB="57150">
                    <a:lnR w="9525">
                      <a:solidFill>
                        <a:srgbClr val="D3D7CF"/>
                      </a:solidFill>
                      <a:prstDash val="solid"/>
                    </a:lnR>
                    <a:lnT w="9525">
                      <a:solidFill>
                        <a:srgbClr val="D3D7CF"/>
                      </a:solidFill>
                      <a:prstDash val="solid"/>
                    </a:lnT>
                    <a:lnB w="9525">
                      <a:solidFill>
                        <a:srgbClr val="D3D7CF"/>
                      </a:solidFill>
                      <a:prstDash val="solid"/>
                    </a:lnB>
                    <a:solidFill>
                      <a:srgbClr val="19665B"/>
                    </a:solidFill>
                  </a:tcPr>
                </a:tc>
              </a:tr>
              <a:tr h="635000">
                <a:tc>
                  <a:txBody>
                    <a:bodyPr/>
                    <a:lstStyle/>
                    <a:p>
                      <a:r>
                        <a:rPr sz="1800">
                          <a:solidFill>
                            <a:srgbClr val="192C2A"/>
                          </a:solidFill>
                          <a:latin typeface="Arial"/>
                          <a:ea typeface="Arial"/>
                          <a:cs typeface="Arial"/>
                        </a:rPr>
                        <a:t>Основной сбор</a:t>
                      </a:r>
                    </a:p>
                  </a:txBody>
                  <a:tcPr marL="152400" marR="152400" marT="76200" marB="57150">
                    <a:lnL w="9525">
                      <a:solidFill>
                        <a:srgbClr val="D3D7CF"/>
                      </a:solidFill>
                      <a:prstDash val="solid"/>
                    </a:lnL>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Ручной запуск, DailyRemote и watchlist включены</a:t>
                      </a:r>
                    </a:p>
                  </a:txBody>
                  <a:tcPr marL="152400" marR="152400" marT="76200" marB="57150">
                    <a:lnR w="9525">
                      <a:solidFill>
                        <a:srgbClr val="D3D7CF"/>
                      </a:solidFill>
                      <a:prstDash val="solid"/>
                    </a:lnR>
                    <a:lnB w="9525">
                      <a:solidFill>
                        <a:srgbClr val="D3D7CF"/>
                      </a:solidFill>
                      <a:prstDash val="solid"/>
                    </a:lnB>
                    <a:solidFill>
                      <a:srgbClr val="F5F1E8"/>
                    </a:solidFill>
                  </a:tcPr>
                </a:tc>
              </a:tr>
              <a:tr h="635000">
                <a:tc>
                  <a:txBody>
                    <a:bodyPr/>
                    <a:lstStyle/>
                    <a:p>
                      <a:r>
                        <a:rPr sz="1800">
                          <a:solidFill>
                            <a:srgbClr val="192C2A"/>
                          </a:solidFill>
                          <a:latin typeface="Arial"/>
                          <a:ea typeface="Arial"/>
                          <a:cs typeface="Arial"/>
                        </a:rPr>
                        <a:t>Разметка</a:t>
                      </a:r>
                    </a:p>
                  </a:txBody>
                  <a:tcPr marL="152400" marR="152400" marT="76200" marB="57150">
                    <a:lnL w="9525">
                      <a:solidFill>
                        <a:srgbClr val="D3D7CF"/>
                      </a:solidFill>
                      <a:prstDash val="solid"/>
                    </a:lnL>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Локальная включена, платный AI выключен</a:t>
                      </a:r>
                    </a:p>
                  </a:txBody>
                  <a:tcPr marL="152400" marR="152400" marT="76200" marB="57150">
                    <a:lnR w="9525">
                      <a:solidFill>
                        <a:srgbClr val="D3D7CF"/>
                      </a:solidFill>
                      <a:prstDash val="solid"/>
                    </a:lnR>
                    <a:lnB w="9525">
                      <a:solidFill>
                        <a:srgbClr val="D3D7CF"/>
                      </a:solidFill>
                      <a:prstDash val="solid"/>
                    </a:lnB>
                    <a:solidFill>
                      <a:srgbClr val="F5F1E8"/>
                    </a:solidFill>
                  </a:tcPr>
                </a:tc>
              </a:tr>
              <a:tr h="635000">
                <a:tc>
                  <a:txBody>
                    <a:bodyPr/>
                    <a:lstStyle/>
                    <a:p>
                      <a:r>
                        <a:rPr sz="1800">
                          <a:solidFill>
                            <a:srgbClr val="192C2A"/>
                          </a:solidFill>
                          <a:latin typeface="Arial"/>
                          <a:ea typeface="Arial"/>
                          <a:cs typeface="Arial"/>
                        </a:rPr>
                        <a:t>LLM-reranker / Telegram</a:t>
                      </a:r>
                    </a:p>
                  </a:txBody>
                  <a:tcPr marL="152400" marR="152400" marT="76200" marB="57150">
                    <a:lnL w="9525">
                      <a:solidFill>
                        <a:srgbClr val="D3D7CF"/>
                      </a:solidFill>
                      <a:prstDash val="solid"/>
                    </a:lnL>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Выключены в текущем config</a:t>
                      </a:r>
                    </a:p>
                  </a:txBody>
                  <a:tcPr marL="152400" marR="152400" marT="76200" marB="57150">
                    <a:lnR w="9525">
                      <a:solidFill>
                        <a:srgbClr val="D3D7CF"/>
                      </a:solidFill>
                      <a:prstDash val="solid"/>
                    </a:lnR>
                    <a:lnB w="9525">
                      <a:solidFill>
                        <a:srgbClr val="D3D7CF"/>
                      </a:solidFill>
                      <a:prstDash val="solid"/>
                    </a:lnB>
                    <a:solidFill>
                      <a:srgbClr val="F5F1E8"/>
                    </a:solidFill>
                  </a:tcPr>
                </a:tc>
              </a:tr>
              <a:tr h="635000">
                <a:tc>
                  <a:txBody>
                    <a:bodyPr/>
                    <a:lstStyle/>
                    <a:p>
                      <a:r>
                        <a:rPr sz="1800">
                          <a:solidFill>
                            <a:srgbClr val="192C2A"/>
                          </a:solidFill>
                          <a:latin typeface="Arial"/>
                          <a:ea typeface="Arial"/>
                          <a:cs typeface="Arial"/>
                        </a:rPr>
                        <a:t>Discovery</a:t>
                      </a:r>
                    </a:p>
                  </a:txBody>
                  <a:tcPr marL="152400" marR="152400" marT="76200" marB="57150">
                    <a:lnL w="9525">
                      <a:solidFill>
                        <a:srgbClr val="D3D7CF"/>
                      </a:solidFill>
                      <a:prstDash val="solid"/>
                    </a:lnL>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Отдельный запуск с целью и явным бюджетом</a:t>
                      </a:r>
                    </a:p>
                  </a:txBody>
                  <a:tcPr marL="152400" marR="152400" marT="76200" marB="57150">
                    <a:lnR w="9525">
                      <a:solidFill>
                        <a:srgbClr val="D3D7CF"/>
                      </a:solidFill>
                      <a:prstDash val="solid"/>
                    </a:lnR>
                    <a:lnB w="9525">
                      <a:solidFill>
                        <a:srgbClr val="D3D7CF"/>
                      </a:solidFill>
                      <a:prstDash val="solid"/>
                    </a:lnB>
                    <a:solidFill>
                      <a:srgbClr val="F5F1E8"/>
                    </a:solidFill>
                  </a:tcPr>
                </a:tc>
              </a:tr>
              <a:tr h="635000">
                <a:tc>
                  <a:txBody>
                    <a:bodyPr/>
                    <a:lstStyle/>
                    <a:p>
                      <a:r>
                        <a:rPr sz="1800">
                          <a:solidFill>
                            <a:srgbClr val="192C2A"/>
                          </a:solidFill>
                          <a:latin typeface="Arial"/>
                          <a:ea typeface="Arial"/>
                          <a:cs typeface="Arial"/>
                        </a:rPr>
                        <a:t>Рабочие данные</a:t>
                      </a:r>
                    </a:p>
                  </a:txBody>
                  <a:tcPr marL="152400" marR="152400" marT="76200" marB="57150">
                    <a:lnL w="9525">
                      <a:solidFill>
                        <a:srgbClr val="D3D7CF"/>
                      </a:solidFill>
                      <a:prstDash val="solid"/>
                    </a:lnL>
                    <a:lnR w="9525">
                      <a:solidFill>
                        <a:srgbClr val="D3D7CF"/>
                      </a:solidFill>
                      <a:prstDash val="solid"/>
                    </a:lnR>
                    <a:lnB w="9525">
                      <a:solidFill>
                        <a:srgbClr val="D3D7CF"/>
                      </a:solidFill>
                      <a:prstDash val="solid"/>
                    </a:lnB>
                    <a:solidFill>
                      <a:srgbClr val="F5F1E8"/>
                    </a:solidFill>
                  </a:tcPr>
                </a:tc>
                <a:tc>
                  <a:txBody>
                    <a:bodyPr/>
                    <a:lstStyle/>
                    <a:p>
                      <a:r>
                        <a:rPr sz="1800">
                          <a:solidFill>
                            <a:srgbClr val="192C2A"/>
                          </a:solidFill>
                          <a:latin typeface="Arial"/>
                          <a:ea typeface="Arial"/>
                          <a:cs typeface="Arial"/>
                        </a:rPr>
                        <a:t>SQLite, отдельные gold JSONL и discovery artifacts</a:t>
                      </a:r>
                    </a:p>
                  </a:txBody>
                  <a:tcPr marL="152400" marR="152400" marT="76200" marB="57150">
                    <a:lnR w="9525">
                      <a:solidFill>
                        <a:srgbClr val="D3D7CF"/>
                      </a:solidFill>
                      <a:prstDash val="solid"/>
                    </a:lnR>
                    <a:lnB w="9525">
                      <a:solidFill>
                        <a:srgbClr val="D3D7CF"/>
                      </a:solidFill>
                      <a:prstDash val="solid"/>
                    </a:lnB>
                    <a:solidFill>
                      <a:srgbClr val="F5F1E8"/>
                    </a:solidFill>
                  </a:tcPr>
                </a:tc>
              </a:tr>
            </a:tbl>
          </a:graphicData>
        </a:graphic>
      </p:graphicFrame>
    </p:spTree>
    <p:extLst>
      <p:ext uri="{BB962C8B-B14F-4D97-AF65-F5344CB8AC3E}">
        <p14:creationId xmlns:p14="http://schemas.microsoft.com/office/powerpoint/2010/main" val="780751649"/>
      </p:ext>
    </p:extLst>
  </p:cSld>
</p:sld>
</file>

<file path=ppt/slides/slide17.xml><?xml version="1.0" encoding="utf-8"?>
<p:sld xmlns:p="http://schemas.openxmlformats.org/presentationml/2006/main">
  <p:cSld>
    <p:bg>
      <p:bgPr>
        <a:solidFill xmlns:a="http://schemas.openxmlformats.org/drawingml/2006/main">
          <a:srgbClr val="192C2A"/>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FCE0E2D7-F92C-4606-8A09-B780CC44F7CB}"/>
              </a:ext>
            </a:extLst>
          </p:cNvPr>
          <p:cNvSpPr>
            <a:spLocks xmlns:a="http://schemas.openxmlformats.org/drawingml/2006/main" noGrp="1"/>
          </p:cNvSpPr>
          <p:nvPr/>
        </p:nvSpPr>
        <p:spPr>
          <a:xfrm xmlns:a="http://schemas.openxmlformats.org/drawingml/2006/main">
            <a:off x="609600" y="533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5F1E8"/>
                </a:solidFill>
                <a:latin typeface="Arial"/>
                <a:ea typeface="Arial"/>
                <a:cs typeface="Arial"/>
              </a:defRPr>
            </a:defPPr>
            <a:lvl1pPr>
              <a:defRPr sz="3225" b="1">
                <a:solidFill>
                  <a:srgbClr val="F5F1E8"/>
                </a:solidFill>
                <a:latin typeface="Arial"/>
                <a:ea typeface="Arial"/>
                <a:cs typeface="Arial"/>
              </a:defRPr>
            </a:lvl1pPr>
            <a:lvl2pPr>
              <a:defRPr sz="3225" b="1">
                <a:solidFill>
                  <a:srgbClr val="F5F1E8"/>
                </a:solidFill>
                <a:latin typeface="Arial"/>
                <a:ea typeface="Arial"/>
                <a:cs typeface="Arial"/>
              </a:defRPr>
            </a:lvl2pPr>
            <a:lvl3pPr>
              <a:defRPr sz="3225" b="1">
                <a:solidFill>
                  <a:srgbClr val="F5F1E8"/>
                </a:solidFill>
                <a:latin typeface="Arial"/>
                <a:ea typeface="Arial"/>
                <a:cs typeface="Arial"/>
              </a:defRPr>
            </a:lvl3pPr>
            <a:lvl4pPr>
              <a:defRPr sz="3225" b="1">
                <a:solidFill>
                  <a:srgbClr val="F5F1E8"/>
                </a:solidFill>
                <a:latin typeface="Arial"/>
                <a:ea typeface="Arial"/>
                <a:cs typeface="Arial"/>
              </a:defRPr>
            </a:lvl4pPr>
            <a:lvl5pPr>
              <a:defRPr sz="3225" b="1">
                <a:solidFill>
                  <a:srgbClr val="F5F1E8"/>
                </a:solidFill>
                <a:latin typeface="Arial"/>
                <a:ea typeface="Arial"/>
                <a:cs typeface="Arial"/>
              </a:defRPr>
            </a:lvl5pPr>
            <a:lvl6pPr>
              <a:defRPr sz="3225" b="1">
                <a:solidFill>
                  <a:srgbClr val="F5F1E8"/>
                </a:solidFill>
                <a:latin typeface="Arial"/>
                <a:ea typeface="Arial"/>
                <a:cs typeface="Arial"/>
              </a:defRPr>
            </a:lvl6pPr>
            <a:lvl7pPr>
              <a:defRPr sz="3225" b="1">
                <a:solidFill>
                  <a:srgbClr val="F5F1E8"/>
                </a:solidFill>
                <a:latin typeface="Arial"/>
                <a:ea typeface="Arial"/>
                <a:cs typeface="Arial"/>
              </a:defRPr>
            </a:lvl7pPr>
            <a:lvl8pPr>
              <a:defRPr sz="3225" b="1">
                <a:solidFill>
                  <a:srgbClr val="F5F1E8"/>
                </a:solidFill>
                <a:latin typeface="Arial"/>
                <a:ea typeface="Arial"/>
                <a:cs typeface="Arial"/>
              </a:defRPr>
            </a:lvl8pPr>
            <a:lvl9pPr>
              <a:defRPr sz="3225" b="1">
                <a:solidFill>
                  <a:srgbClr val="F5F1E8"/>
                </a:solidFill>
                <a:latin typeface="Arial"/>
                <a:ea typeface="Arial"/>
                <a:cs typeface="Arial"/>
              </a:defRPr>
            </a:lvl9pPr>
          </a:lstStyle>
          <a:p xmlns:a="http://schemas.openxmlformats.org/drawingml/2006/main">
            <a:pPr>
              <a:defRPr sz="3225" b="1">
                <a:solidFill>
                  <a:srgbClr val="F5F1E8"/>
                </a:solidFill>
                <a:latin typeface="Arial"/>
                <a:ea typeface="Arial"/>
                <a:cs typeface="Arial"/>
              </a:defRPr>
            </a:pPr>
            <a:r>
              <a:rPr sz="3225" b="1">
                <a:solidFill>
                  <a:srgbClr val="F5F1E8"/>
                </a:solidFill>
                <a:latin typeface="Arial"/>
                <a:ea typeface="Arial"/>
                <a:cs typeface="Arial"/>
              </a:rPr>
              <a:t>Полный рабочий цикл</a:t>
            </a:r>
          </a:p>
        </p:txBody>
      </p:sp>
      <p:sp>
        <p:nvSpPr>
          <p:cNvPr id="2" name="subtitle">
            <a:extLst xmlns:a="http://schemas.openxmlformats.org/drawingml/2006/main">
              <a:ext uri="{FF2B5EF4-FFF2-40B4-BE49-F238E27FC236}">
                <a16:creationId xmlns:a16="http://schemas.microsoft.com/office/drawing/2014/main" id="{F1AA77FC-E866-4FE0-A3DB-86F8BA99F9C5}"/>
              </a:ext>
            </a:extLst>
          </p:cNvPr>
          <p:cNvSpPr>
            <a:spLocks xmlns:a="http://schemas.openxmlformats.org/drawingml/2006/main" noGrp="1"/>
          </p:cNvSpPr>
          <p:nvPr/>
        </p:nvSpPr>
        <p:spPr>
          <a:xfrm xmlns:a="http://schemas.openxmlformats.org/drawingml/2006/main">
            <a:off x="628650" y="146685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7E6DD"/>
                </a:solidFill>
                <a:latin typeface="Arial"/>
                <a:ea typeface="Arial"/>
                <a:cs typeface="Arial"/>
              </a:defRPr>
            </a:defPPr>
            <a:lvl1pPr>
              <a:defRPr sz="1875" b="0">
                <a:solidFill>
                  <a:srgbClr val="D7E6DD"/>
                </a:solidFill>
                <a:latin typeface="Arial"/>
                <a:ea typeface="Arial"/>
                <a:cs typeface="Arial"/>
              </a:defRPr>
            </a:lvl1pPr>
            <a:lvl2pPr>
              <a:defRPr sz="1875" b="0">
                <a:solidFill>
                  <a:srgbClr val="D7E6DD"/>
                </a:solidFill>
                <a:latin typeface="Arial"/>
                <a:ea typeface="Arial"/>
                <a:cs typeface="Arial"/>
              </a:defRPr>
            </a:lvl2pPr>
            <a:lvl3pPr>
              <a:defRPr sz="1875" b="0">
                <a:solidFill>
                  <a:srgbClr val="D7E6DD"/>
                </a:solidFill>
                <a:latin typeface="Arial"/>
                <a:ea typeface="Arial"/>
                <a:cs typeface="Arial"/>
              </a:defRPr>
            </a:lvl3pPr>
            <a:lvl4pPr>
              <a:defRPr sz="1875" b="0">
                <a:solidFill>
                  <a:srgbClr val="D7E6DD"/>
                </a:solidFill>
                <a:latin typeface="Arial"/>
                <a:ea typeface="Arial"/>
                <a:cs typeface="Arial"/>
              </a:defRPr>
            </a:lvl4pPr>
            <a:lvl5pPr>
              <a:defRPr sz="1875" b="0">
                <a:solidFill>
                  <a:srgbClr val="D7E6DD"/>
                </a:solidFill>
                <a:latin typeface="Arial"/>
                <a:ea typeface="Arial"/>
                <a:cs typeface="Arial"/>
              </a:defRPr>
            </a:lvl5pPr>
            <a:lvl6pPr>
              <a:defRPr sz="1875" b="0">
                <a:solidFill>
                  <a:srgbClr val="D7E6DD"/>
                </a:solidFill>
                <a:latin typeface="Arial"/>
                <a:ea typeface="Arial"/>
                <a:cs typeface="Arial"/>
              </a:defRPr>
            </a:lvl6pPr>
            <a:lvl7pPr>
              <a:defRPr sz="1875" b="0">
                <a:solidFill>
                  <a:srgbClr val="D7E6DD"/>
                </a:solidFill>
                <a:latin typeface="Arial"/>
                <a:ea typeface="Arial"/>
                <a:cs typeface="Arial"/>
              </a:defRPr>
            </a:lvl7pPr>
            <a:lvl8pPr>
              <a:defRPr sz="1875" b="0">
                <a:solidFill>
                  <a:srgbClr val="D7E6DD"/>
                </a:solidFill>
                <a:latin typeface="Arial"/>
                <a:ea typeface="Arial"/>
                <a:cs typeface="Arial"/>
              </a:defRPr>
            </a:lvl8pPr>
            <a:lvl9pPr>
              <a:defRPr sz="1875" b="0">
                <a:solidFill>
                  <a:srgbClr val="D7E6DD"/>
                </a:solidFill>
                <a:latin typeface="Arial"/>
                <a:ea typeface="Arial"/>
                <a:cs typeface="Arial"/>
              </a:defRPr>
            </a:lvl9pPr>
          </a:lstStyle>
          <a:p xmlns:a="http://schemas.openxmlformats.org/drawingml/2006/main">
            <a:pPr>
              <a:defRPr sz="1875" b="0">
                <a:solidFill>
                  <a:srgbClr val="D7E6DD"/>
                </a:solidFill>
                <a:latin typeface="Arial"/>
                <a:ea typeface="Arial"/>
                <a:cs typeface="Arial"/>
              </a:defRPr>
            </a:pPr>
            <a:r>
              <a:rPr sz="1875" b="0">
                <a:solidFill>
                  <a:srgbClr val="D7E6DD"/>
                </a:solidFill>
                <a:latin typeface="Arial"/>
                <a:ea typeface="Arial"/>
                <a:cs typeface="Arial"/>
              </a:rPr>
              <a:t>Человек подтверждает полезность, система сохраняет основания и историю</a:t>
            </a:r>
          </a:p>
        </p:txBody>
      </p:sp>
      <p:sp>
        <p:nvSpPr>
          <p:cNvPr id="3" name="slide-number">
            <a:extLst xmlns:a="http://schemas.openxmlformats.org/drawingml/2006/main">
              <a:ext uri="{FF2B5EF4-FFF2-40B4-BE49-F238E27FC236}">
                <a16:creationId xmlns:a16="http://schemas.microsoft.com/office/drawing/2014/main" id="{339306F9-520B-496B-A63B-AE0139CE1219}"/>
              </a:ext>
            </a:extLst>
          </p:cNvPr>
          <p:cNvSpPr>
            <a:spLocks xmlns:a="http://schemas.openxmlformats.org/drawingml/2006/main" noGrp="1"/>
          </p:cNvSpPr>
          <p:nvPr/>
        </p:nvSpPr>
        <p:spPr>
          <a:xfrm xmlns:a="http://schemas.openxmlformats.org/drawingml/2006/main">
            <a:off x="11239500"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D7E6DD"/>
                </a:solidFill>
                <a:latin typeface="Arial"/>
                <a:ea typeface="Arial"/>
                <a:cs typeface="Arial"/>
              </a:defRPr>
            </a:defPPr>
            <a:lvl1pPr>
              <a:defRPr sz="1350" b="0">
                <a:solidFill>
                  <a:srgbClr val="D7E6DD"/>
                </a:solidFill>
                <a:latin typeface="Arial"/>
                <a:ea typeface="Arial"/>
                <a:cs typeface="Arial"/>
              </a:defRPr>
            </a:lvl1pPr>
            <a:lvl2pPr>
              <a:defRPr sz="1350" b="0">
                <a:solidFill>
                  <a:srgbClr val="D7E6DD"/>
                </a:solidFill>
                <a:latin typeface="Arial"/>
                <a:ea typeface="Arial"/>
                <a:cs typeface="Arial"/>
              </a:defRPr>
            </a:lvl2pPr>
            <a:lvl3pPr>
              <a:defRPr sz="1350" b="0">
                <a:solidFill>
                  <a:srgbClr val="D7E6DD"/>
                </a:solidFill>
                <a:latin typeface="Arial"/>
                <a:ea typeface="Arial"/>
                <a:cs typeface="Arial"/>
              </a:defRPr>
            </a:lvl3pPr>
            <a:lvl4pPr>
              <a:defRPr sz="1350" b="0">
                <a:solidFill>
                  <a:srgbClr val="D7E6DD"/>
                </a:solidFill>
                <a:latin typeface="Arial"/>
                <a:ea typeface="Arial"/>
                <a:cs typeface="Arial"/>
              </a:defRPr>
            </a:lvl4pPr>
            <a:lvl5pPr>
              <a:defRPr sz="1350" b="0">
                <a:solidFill>
                  <a:srgbClr val="D7E6DD"/>
                </a:solidFill>
                <a:latin typeface="Arial"/>
                <a:ea typeface="Arial"/>
                <a:cs typeface="Arial"/>
              </a:defRPr>
            </a:lvl5pPr>
            <a:lvl6pPr>
              <a:defRPr sz="1350" b="0">
                <a:solidFill>
                  <a:srgbClr val="D7E6DD"/>
                </a:solidFill>
                <a:latin typeface="Arial"/>
                <a:ea typeface="Arial"/>
                <a:cs typeface="Arial"/>
              </a:defRPr>
            </a:lvl6pPr>
            <a:lvl7pPr>
              <a:defRPr sz="1350" b="0">
                <a:solidFill>
                  <a:srgbClr val="D7E6DD"/>
                </a:solidFill>
                <a:latin typeface="Arial"/>
                <a:ea typeface="Arial"/>
                <a:cs typeface="Arial"/>
              </a:defRPr>
            </a:lvl7pPr>
            <a:lvl8pPr>
              <a:defRPr sz="1350" b="0">
                <a:solidFill>
                  <a:srgbClr val="D7E6DD"/>
                </a:solidFill>
                <a:latin typeface="Arial"/>
                <a:ea typeface="Arial"/>
                <a:cs typeface="Arial"/>
              </a:defRPr>
            </a:lvl8pPr>
            <a:lvl9pPr>
              <a:defRPr sz="1350" b="0">
                <a:solidFill>
                  <a:srgbClr val="D7E6DD"/>
                </a:solidFill>
                <a:latin typeface="Arial"/>
                <a:ea typeface="Arial"/>
                <a:cs typeface="Arial"/>
              </a:defRPr>
            </a:lvl9pPr>
          </a:lstStyle>
          <a:p xmlns:a="http://schemas.openxmlformats.org/drawingml/2006/main">
            <a:pPr>
              <a:defRPr sz="1350" b="0">
                <a:solidFill>
                  <a:srgbClr val="D7E6DD"/>
                </a:solidFill>
                <a:latin typeface="Arial"/>
                <a:ea typeface="Arial"/>
                <a:cs typeface="Arial"/>
              </a:defRPr>
            </a:pPr>
            <a:r>
              <a:rPr sz="1350" b="0">
                <a:solidFill>
                  <a:srgbClr val="D7E6DD"/>
                </a:solidFill>
                <a:latin typeface="Arial"/>
                <a:ea typeface="Arial"/>
                <a:cs typeface="Arial"/>
              </a:rPr>
              <a:t>17</a:t>
            </a:r>
          </a:p>
        </p:txBody>
      </p:sp>
      <p:sp>
        <p:nvSpPr>
          <p:cNvPr id="4" name="text">
            <a:extLst xmlns:a="http://schemas.openxmlformats.org/drawingml/2006/main">
              <a:ext uri="{FF2B5EF4-FFF2-40B4-BE49-F238E27FC236}">
                <a16:creationId xmlns:a16="http://schemas.microsoft.com/office/drawing/2014/main" id="{C4846258-E8DC-4843-B746-A5459F3DE3DC}"/>
              </a:ext>
            </a:extLst>
          </p:cNvPr>
          <p:cNvSpPr>
            <a:spLocks xmlns:a="http://schemas.openxmlformats.org/drawingml/2006/main" noGrp="1"/>
          </p:cNvSpPr>
          <p:nvPr/>
        </p:nvSpPr>
        <p:spPr>
          <a:xfrm xmlns:a="http://schemas.openxmlformats.org/drawingml/2006/main">
            <a:off x="628650" y="22860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D7E6DD"/>
                </a:solidFill>
                <a:latin typeface="Arial"/>
                <a:ea typeface="Arial"/>
                <a:cs typeface="Arial"/>
              </a:defRPr>
            </a:defPPr>
            <a:lvl1pPr>
              <a:defRPr sz="2850" b="1">
                <a:solidFill>
                  <a:srgbClr val="D7E6DD"/>
                </a:solidFill>
                <a:latin typeface="Arial"/>
                <a:ea typeface="Arial"/>
                <a:cs typeface="Arial"/>
              </a:defRPr>
            </a:lvl1pPr>
            <a:lvl2pPr>
              <a:defRPr sz="2850" b="1">
                <a:solidFill>
                  <a:srgbClr val="D7E6DD"/>
                </a:solidFill>
                <a:latin typeface="Arial"/>
                <a:ea typeface="Arial"/>
                <a:cs typeface="Arial"/>
              </a:defRPr>
            </a:lvl2pPr>
            <a:lvl3pPr>
              <a:defRPr sz="2850" b="1">
                <a:solidFill>
                  <a:srgbClr val="D7E6DD"/>
                </a:solidFill>
                <a:latin typeface="Arial"/>
                <a:ea typeface="Arial"/>
                <a:cs typeface="Arial"/>
              </a:defRPr>
            </a:lvl3pPr>
            <a:lvl4pPr>
              <a:defRPr sz="2850" b="1">
                <a:solidFill>
                  <a:srgbClr val="D7E6DD"/>
                </a:solidFill>
                <a:latin typeface="Arial"/>
                <a:ea typeface="Arial"/>
                <a:cs typeface="Arial"/>
              </a:defRPr>
            </a:lvl4pPr>
            <a:lvl5pPr>
              <a:defRPr sz="2850" b="1">
                <a:solidFill>
                  <a:srgbClr val="D7E6DD"/>
                </a:solidFill>
                <a:latin typeface="Arial"/>
                <a:ea typeface="Arial"/>
                <a:cs typeface="Arial"/>
              </a:defRPr>
            </a:lvl5pPr>
            <a:lvl6pPr>
              <a:defRPr sz="2850" b="1">
                <a:solidFill>
                  <a:srgbClr val="D7E6DD"/>
                </a:solidFill>
                <a:latin typeface="Arial"/>
                <a:ea typeface="Arial"/>
                <a:cs typeface="Arial"/>
              </a:defRPr>
            </a:lvl6pPr>
            <a:lvl7pPr>
              <a:defRPr sz="2850" b="1">
                <a:solidFill>
                  <a:srgbClr val="D7E6DD"/>
                </a:solidFill>
                <a:latin typeface="Arial"/>
                <a:ea typeface="Arial"/>
                <a:cs typeface="Arial"/>
              </a:defRPr>
            </a:lvl7pPr>
            <a:lvl8pPr>
              <a:defRPr sz="2850" b="1">
                <a:solidFill>
                  <a:srgbClr val="D7E6DD"/>
                </a:solidFill>
                <a:latin typeface="Arial"/>
                <a:ea typeface="Arial"/>
                <a:cs typeface="Arial"/>
              </a:defRPr>
            </a:lvl8pPr>
            <a:lvl9pPr>
              <a:defRPr sz="2850" b="1">
                <a:solidFill>
                  <a:srgbClr val="D7E6DD"/>
                </a:solidFill>
                <a:latin typeface="Arial"/>
                <a:ea typeface="Arial"/>
                <a:cs typeface="Arial"/>
              </a:defRPr>
            </a:lvl9pPr>
          </a:lstStyle>
          <a:p xmlns:a="http://schemas.openxmlformats.org/drawingml/2006/main">
            <a:pPr>
              <a:defRPr sz="2850" b="1">
                <a:solidFill>
                  <a:srgbClr val="D7E6DD"/>
                </a:solidFill>
                <a:latin typeface="Arial"/>
                <a:ea typeface="Arial"/>
                <a:cs typeface="Arial"/>
              </a:defRPr>
            </a:pPr>
            <a:r>
              <a:rPr sz="2850" b="1">
                <a:solidFill>
                  <a:srgbClr val="D7E6DD"/>
                </a:solidFill>
                <a:latin typeface="Arial"/>
                <a:ea typeface="Arial"/>
                <a:cs typeface="Arial"/>
              </a:rPr>
              <a:t>01</a:t>
            </a:r>
          </a:p>
        </p:txBody>
      </p:sp>
      <p:sp>
        <p:nvSpPr>
          <p:cNvPr id="5" name="text">
            <a:extLst xmlns:a="http://schemas.openxmlformats.org/drawingml/2006/main">
              <a:ext uri="{FF2B5EF4-FFF2-40B4-BE49-F238E27FC236}">
                <a16:creationId xmlns:a16="http://schemas.microsoft.com/office/drawing/2014/main" id="{B8E529FB-9D89-416F-A19D-119C7D5C529D}"/>
              </a:ext>
            </a:extLst>
          </p:cNvPr>
          <p:cNvSpPr>
            <a:spLocks xmlns:a="http://schemas.openxmlformats.org/drawingml/2006/main" noGrp="1"/>
          </p:cNvSpPr>
          <p:nvPr/>
        </p:nvSpPr>
        <p:spPr>
          <a:xfrm xmlns:a="http://schemas.openxmlformats.org/drawingml/2006/main">
            <a:off x="1666875" y="22860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5F1E8"/>
                </a:solidFill>
                <a:latin typeface="Arial"/>
                <a:ea typeface="Arial"/>
                <a:cs typeface="Arial"/>
              </a:defRPr>
            </a:defPPr>
            <a:lvl1pPr>
              <a:defRPr sz="2175" b="1">
                <a:solidFill>
                  <a:srgbClr val="F5F1E8"/>
                </a:solidFill>
                <a:latin typeface="Arial"/>
                <a:ea typeface="Arial"/>
                <a:cs typeface="Arial"/>
              </a:defRPr>
            </a:lvl1pPr>
            <a:lvl2pPr>
              <a:defRPr sz="2175" b="1">
                <a:solidFill>
                  <a:srgbClr val="F5F1E8"/>
                </a:solidFill>
                <a:latin typeface="Arial"/>
                <a:ea typeface="Arial"/>
                <a:cs typeface="Arial"/>
              </a:defRPr>
            </a:lvl2pPr>
            <a:lvl3pPr>
              <a:defRPr sz="2175" b="1">
                <a:solidFill>
                  <a:srgbClr val="F5F1E8"/>
                </a:solidFill>
                <a:latin typeface="Arial"/>
                <a:ea typeface="Arial"/>
                <a:cs typeface="Arial"/>
              </a:defRPr>
            </a:lvl3pPr>
            <a:lvl4pPr>
              <a:defRPr sz="2175" b="1">
                <a:solidFill>
                  <a:srgbClr val="F5F1E8"/>
                </a:solidFill>
                <a:latin typeface="Arial"/>
                <a:ea typeface="Arial"/>
                <a:cs typeface="Arial"/>
              </a:defRPr>
            </a:lvl4pPr>
            <a:lvl5pPr>
              <a:defRPr sz="2175" b="1">
                <a:solidFill>
                  <a:srgbClr val="F5F1E8"/>
                </a:solidFill>
                <a:latin typeface="Arial"/>
                <a:ea typeface="Arial"/>
                <a:cs typeface="Arial"/>
              </a:defRPr>
            </a:lvl5pPr>
            <a:lvl6pPr>
              <a:defRPr sz="2175" b="1">
                <a:solidFill>
                  <a:srgbClr val="F5F1E8"/>
                </a:solidFill>
                <a:latin typeface="Arial"/>
                <a:ea typeface="Arial"/>
                <a:cs typeface="Arial"/>
              </a:defRPr>
            </a:lvl6pPr>
            <a:lvl7pPr>
              <a:defRPr sz="2175" b="1">
                <a:solidFill>
                  <a:srgbClr val="F5F1E8"/>
                </a:solidFill>
                <a:latin typeface="Arial"/>
                <a:ea typeface="Arial"/>
                <a:cs typeface="Arial"/>
              </a:defRPr>
            </a:lvl7pPr>
            <a:lvl8pPr>
              <a:defRPr sz="2175" b="1">
                <a:solidFill>
                  <a:srgbClr val="F5F1E8"/>
                </a:solidFill>
                <a:latin typeface="Arial"/>
                <a:ea typeface="Arial"/>
                <a:cs typeface="Arial"/>
              </a:defRPr>
            </a:lvl8pPr>
            <a:lvl9pPr>
              <a:defRPr sz="2175" b="1">
                <a:solidFill>
                  <a:srgbClr val="F5F1E8"/>
                </a:solidFill>
                <a:latin typeface="Arial"/>
                <a:ea typeface="Arial"/>
                <a:cs typeface="Arial"/>
              </a:defRPr>
            </a:lvl9pPr>
          </a:lstStyle>
          <a:p xmlns:a="http://schemas.openxmlformats.org/drawingml/2006/main">
            <a:pPr>
              <a:defRPr sz="2175" b="1">
                <a:solidFill>
                  <a:srgbClr val="F5F1E8"/>
                </a:solidFill>
                <a:latin typeface="Arial"/>
                <a:ea typeface="Arial"/>
                <a:cs typeface="Arial"/>
              </a:defRPr>
            </a:pPr>
            <a:r>
              <a:rPr sz="2175" b="1">
                <a:solidFill>
                  <a:srgbClr val="F5F1E8"/>
                </a:solidFill>
                <a:latin typeface="Arial"/>
                <a:ea typeface="Arial"/>
                <a:cs typeface="Arial"/>
              </a:rPr>
              <a:t>Собрать</a:t>
            </a:r>
          </a:p>
        </p:txBody>
      </p:sp>
      <p:sp>
        <p:nvSpPr>
          <p:cNvPr id="6" name="text">
            <a:extLst xmlns:a="http://schemas.openxmlformats.org/drawingml/2006/main">
              <a:ext uri="{FF2B5EF4-FFF2-40B4-BE49-F238E27FC236}">
                <a16:creationId xmlns:a16="http://schemas.microsoft.com/office/drawing/2014/main" id="{AF7A7B19-4F85-4D94-927B-B39D5581500A}"/>
              </a:ext>
            </a:extLst>
          </p:cNvPr>
          <p:cNvSpPr>
            <a:spLocks xmlns:a="http://schemas.openxmlformats.org/drawingml/2006/main" noGrp="1"/>
          </p:cNvSpPr>
          <p:nvPr/>
        </p:nvSpPr>
        <p:spPr>
          <a:xfrm xmlns:a="http://schemas.openxmlformats.org/drawingml/2006/main">
            <a:off x="5095875" y="2305050"/>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7E6DD"/>
                </a:solidFill>
                <a:latin typeface="Arial"/>
                <a:ea typeface="Arial"/>
                <a:cs typeface="Arial"/>
              </a:defRPr>
            </a:defPPr>
            <a:lvl1pPr>
              <a:defRPr sz="1950" b="0">
                <a:solidFill>
                  <a:srgbClr val="D7E6DD"/>
                </a:solidFill>
                <a:latin typeface="Arial"/>
                <a:ea typeface="Arial"/>
                <a:cs typeface="Arial"/>
              </a:defRPr>
            </a:lvl1pPr>
            <a:lvl2pPr>
              <a:defRPr sz="1950" b="0">
                <a:solidFill>
                  <a:srgbClr val="D7E6DD"/>
                </a:solidFill>
                <a:latin typeface="Arial"/>
                <a:ea typeface="Arial"/>
                <a:cs typeface="Arial"/>
              </a:defRPr>
            </a:lvl2pPr>
            <a:lvl3pPr>
              <a:defRPr sz="1950" b="0">
                <a:solidFill>
                  <a:srgbClr val="D7E6DD"/>
                </a:solidFill>
                <a:latin typeface="Arial"/>
                <a:ea typeface="Arial"/>
                <a:cs typeface="Arial"/>
              </a:defRPr>
            </a:lvl3pPr>
            <a:lvl4pPr>
              <a:defRPr sz="1950" b="0">
                <a:solidFill>
                  <a:srgbClr val="D7E6DD"/>
                </a:solidFill>
                <a:latin typeface="Arial"/>
                <a:ea typeface="Arial"/>
                <a:cs typeface="Arial"/>
              </a:defRPr>
            </a:lvl4pPr>
            <a:lvl5pPr>
              <a:defRPr sz="1950" b="0">
                <a:solidFill>
                  <a:srgbClr val="D7E6DD"/>
                </a:solidFill>
                <a:latin typeface="Arial"/>
                <a:ea typeface="Arial"/>
                <a:cs typeface="Arial"/>
              </a:defRPr>
            </a:lvl5pPr>
            <a:lvl6pPr>
              <a:defRPr sz="1950" b="0">
                <a:solidFill>
                  <a:srgbClr val="D7E6DD"/>
                </a:solidFill>
                <a:latin typeface="Arial"/>
                <a:ea typeface="Arial"/>
                <a:cs typeface="Arial"/>
              </a:defRPr>
            </a:lvl6pPr>
            <a:lvl7pPr>
              <a:defRPr sz="1950" b="0">
                <a:solidFill>
                  <a:srgbClr val="D7E6DD"/>
                </a:solidFill>
                <a:latin typeface="Arial"/>
                <a:ea typeface="Arial"/>
                <a:cs typeface="Arial"/>
              </a:defRPr>
            </a:lvl7pPr>
            <a:lvl8pPr>
              <a:defRPr sz="1950" b="0">
                <a:solidFill>
                  <a:srgbClr val="D7E6DD"/>
                </a:solidFill>
                <a:latin typeface="Arial"/>
                <a:ea typeface="Arial"/>
                <a:cs typeface="Arial"/>
              </a:defRPr>
            </a:lvl8pPr>
            <a:lvl9pPr>
              <a:defRPr sz="1950" b="0">
                <a:solidFill>
                  <a:srgbClr val="D7E6DD"/>
                </a:solidFill>
                <a:latin typeface="Arial"/>
                <a:ea typeface="Arial"/>
                <a:cs typeface="Arial"/>
              </a:defRPr>
            </a:lvl9pPr>
          </a:lstStyle>
          <a:p xmlns:a="http://schemas.openxmlformats.org/drawingml/2006/main">
            <a:pPr>
              <a:defRPr sz="1950" b="0">
                <a:solidFill>
                  <a:srgbClr val="D7E6DD"/>
                </a:solidFill>
                <a:latin typeface="Arial"/>
                <a:ea typeface="Arial"/>
                <a:cs typeface="Arial"/>
              </a:defRPr>
            </a:pPr>
            <a:r>
              <a:rPr sz="1950" b="0">
                <a:solidFill>
                  <a:srgbClr val="D7E6DD"/>
                </a:solidFill>
                <a:latin typeface="Arial"/>
                <a:ea typeface="Arial"/>
                <a:cs typeface="Arial"/>
              </a:rPr>
              <a:t>Получить карточки и проверить полноту источников.</a:t>
            </a:r>
          </a:p>
        </p:txBody>
      </p:sp>
      <p:sp>
        <p:nvSpPr>
          <p:cNvPr id="7" name="text">
            <a:extLst xmlns:a="http://schemas.openxmlformats.org/drawingml/2006/main">
              <a:ext uri="{FF2B5EF4-FFF2-40B4-BE49-F238E27FC236}">
                <a16:creationId xmlns:a16="http://schemas.microsoft.com/office/drawing/2014/main" id="{4CFC8951-B24B-4FC1-92E4-09C5A8A3806C}"/>
              </a:ext>
            </a:extLst>
          </p:cNvPr>
          <p:cNvSpPr>
            <a:spLocks xmlns:a="http://schemas.openxmlformats.org/drawingml/2006/main" noGrp="1"/>
          </p:cNvSpPr>
          <p:nvPr/>
        </p:nvSpPr>
        <p:spPr>
          <a:xfrm xmlns:a="http://schemas.openxmlformats.org/drawingml/2006/main">
            <a:off x="628650" y="314325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D7E6DD"/>
                </a:solidFill>
                <a:latin typeface="Arial"/>
                <a:ea typeface="Arial"/>
                <a:cs typeface="Arial"/>
              </a:defRPr>
            </a:defPPr>
            <a:lvl1pPr>
              <a:defRPr sz="2850" b="1">
                <a:solidFill>
                  <a:srgbClr val="D7E6DD"/>
                </a:solidFill>
                <a:latin typeface="Arial"/>
                <a:ea typeface="Arial"/>
                <a:cs typeface="Arial"/>
              </a:defRPr>
            </a:lvl1pPr>
            <a:lvl2pPr>
              <a:defRPr sz="2850" b="1">
                <a:solidFill>
                  <a:srgbClr val="D7E6DD"/>
                </a:solidFill>
                <a:latin typeface="Arial"/>
                <a:ea typeface="Arial"/>
                <a:cs typeface="Arial"/>
              </a:defRPr>
            </a:lvl2pPr>
            <a:lvl3pPr>
              <a:defRPr sz="2850" b="1">
                <a:solidFill>
                  <a:srgbClr val="D7E6DD"/>
                </a:solidFill>
                <a:latin typeface="Arial"/>
                <a:ea typeface="Arial"/>
                <a:cs typeface="Arial"/>
              </a:defRPr>
            </a:lvl3pPr>
            <a:lvl4pPr>
              <a:defRPr sz="2850" b="1">
                <a:solidFill>
                  <a:srgbClr val="D7E6DD"/>
                </a:solidFill>
                <a:latin typeface="Arial"/>
                <a:ea typeface="Arial"/>
                <a:cs typeface="Arial"/>
              </a:defRPr>
            </a:lvl4pPr>
            <a:lvl5pPr>
              <a:defRPr sz="2850" b="1">
                <a:solidFill>
                  <a:srgbClr val="D7E6DD"/>
                </a:solidFill>
                <a:latin typeface="Arial"/>
                <a:ea typeface="Arial"/>
                <a:cs typeface="Arial"/>
              </a:defRPr>
            </a:lvl5pPr>
            <a:lvl6pPr>
              <a:defRPr sz="2850" b="1">
                <a:solidFill>
                  <a:srgbClr val="D7E6DD"/>
                </a:solidFill>
                <a:latin typeface="Arial"/>
                <a:ea typeface="Arial"/>
                <a:cs typeface="Arial"/>
              </a:defRPr>
            </a:lvl6pPr>
            <a:lvl7pPr>
              <a:defRPr sz="2850" b="1">
                <a:solidFill>
                  <a:srgbClr val="D7E6DD"/>
                </a:solidFill>
                <a:latin typeface="Arial"/>
                <a:ea typeface="Arial"/>
                <a:cs typeface="Arial"/>
              </a:defRPr>
            </a:lvl7pPr>
            <a:lvl8pPr>
              <a:defRPr sz="2850" b="1">
                <a:solidFill>
                  <a:srgbClr val="D7E6DD"/>
                </a:solidFill>
                <a:latin typeface="Arial"/>
                <a:ea typeface="Arial"/>
                <a:cs typeface="Arial"/>
              </a:defRPr>
            </a:lvl8pPr>
            <a:lvl9pPr>
              <a:defRPr sz="2850" b="1">
                <a:solidFill>
                  <a:srgbClr val="D7E6DD"/>
                </a:solidFill>
                <a:latin typeface="Arial"/>
                <a:ea typeface="Arial"/>
                <a:cs typeface="Arial"/>
              </a:defRPr>
            </a:lvl9pPr>
          </a:lstStyle>
          <a:p xmlns:a="http://schemas.openxmlformats.org/drawingml/2006/main">
            <a:pPr>
              <a:defRPr sz="2850" b="1">
                <a:solidFill>
                  <a:srgbClr val="D7E6DD"/>
                </a:solidFill>
                <a:latin typeface="Arial"/>
                <a:ea typeface="Arial"/>
                <a:cs typeface="Arial"/>
              </a:defRPr>
            </a:pPr>
            <a:r>
              <a:rPr sz="2850" b="1">
                <a:solidFill>
                  <a:srgbClr val="D7E6DD"/>
                </a:solidFill>
                <a:latin typeface="Arial"/>
                <a:ea typeface="Arial"/>
                <a:cs typeface="Arial"/>
              </a:rPr>
              <a:t>02</a:t>
            </a:r>
          </a:p>
        </p:txBody>
      </p:sp>
      <p:sp>
        <p:nvSpPr>
          <p:cNvPr id="8" name="text">
            <a:extLst xmlns:a="http://schemas.openxmlformats.org/drawingml/2006/main">
              <a:ext uri="{FF2B5EF4-FFF2-40B4-BE49-F238E27FC236}">
                <a16:creationId xmlns:a16="http://schemas.microsoft.com/office/drawing/2014/main" id="{2E945A61-4A65-43AB-BD80-592BC7AA8FAC}"/>
              </a:ext>
            </a:extLst>
          </p:cNvPr>
          <p:cNvSpPr>
            <a:spLocks xmlns:a="http://schemas.openxmlformats.org/drawingml/2006/main" noGrp="1"/>
          </p:cNvSpPr>
          <p:nvPr/>
        </p:nvSpPr>
        <p:spPr>
          <a:xfrm xmlns:a="http://schemas.openxmlformats.org/drawingml/2006/main">
            <a:off x="1666875" y="31432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5F1E8"/>
                </a:solidFill>
                <a:latin typeface="Arial"/>
                <a:ea typeface="Arial"/>
                <a:cs typeface="Arial"/>
              </a:defRPr>
            </a:defPPr>
            <a:lvl1pPr>
              <a:defRPr sz="2175" b="1">
                <a:solidFill>
                  <a:srgbClr val="F5F1E8"/>
                </a:solidFill>
                <a:latin typeface="Arial"/>
                <a:ea typeface="Arial"/>
                <a:cs typeface="Arial"/>
              </a:defRPr>
            </a:lvl1pPr>
            <a:lvl2pPr>
              <a:defRPr sz="2175" b="1">
                <a:solidFill>
                  <a:srgbClr val="F5F1E8"/>
                </a:solidFill>
                <a:latin typeface="Arial"/>
                <a:ea typeface="Arial"/>
                <a:cs typeface="Arial"/>
              </a:defRPr>
            </a:lvl2pPr>
            <a:lvl3pPr>
              <a:defRPr sz="2175" b="1">
                <a:solidFill>
                  <a:srgbClr val="F5F1E8"/>
                </a:solidFill>
                <a:latin typeface="Arial"/>
                <a:ea typeface="Arial"/>
                <a:cs typeface="Arial"/>
              </a:defRPr>
            </a:lvl3pPr>
            <a:lvl4pPr>
              <a:defRPr sz="2175" b="1">
                <a:solidFill>
                  <a:srgbClr val="F5F1E8"/>
                </a:solidFill>
                <a:latin typeface="Arial"/>
                <a:ea typeface="Arial"/>
                <a:cs typeface="Arial"/>
              </a:defRPr>
            </a:lvl4pPr>
            <a:lvl5pPr>
              <a:defRPr sz="2175" b="1">
                <a:solidFill>
                  <a:srgbClr val="F5F1E8"/>
                </a:solidFill>
                <a:latin typeface="Arial"/>
                <a:ea typeface="Arial"/>
                <a:cs typeface="Arial"/>
              </a:defRPr>
            </a:lvl5pPr>
            <a:lvl6pPr>
              <a:defRPr sz="2175" b="1">
                <a:solidFill>
                  <a:srgbClr val="F5F1E8"/>
                </a:solidFill>
                <a:latin typeface="Arial"/>
                <a:ea typeface="Arial"/>
                <a:cs typeface="Arial"/>
              </a:defRPr>
            </a:lvl6pPr>
            <a:lvl7pPr>
              <a:defRPr sz="2175" b="1">
                <a:solidFill>
                  <a:srgbClr val="F5F1E8"/>
                </a:solidFill>
                <a:latin typeface="Arial"/>
                <a:ea typeface="Arial"/>
                <a:cs typeface="Arial"/>
              </a:defRPr>
            </a:lvl7pPr>
            <a:lvl8pPr>
              <a:defRPr sz="2175" b="1">
                <a:solidFill>
                  <a:srgbClr val="F5F1E8"/>
                </a:solidFill>
                <a:latin typeface="Arial"/>
                <a:ea typeface="Arial"/>
                <a:cs typeface="Arial"/>
              </a:defRPr>
            </a:lvl8pPr>
            <a:lvl9pPr>
              <a:defRPr sz="2175" b="1">
                <a:solidFill>
                  <a:srgbClr val="F5F1E8"/>
                </a:solidFill>
                <a:latin typeface="Arial"/>
                <a:ea typeface="Arial"/>
                <a:cs typeface="Arial"/>
              </a:defRPr>
            </a:lvl9pPr>
          </a:lstStyle>
          <a:p xmlns:a="http://schemas.openxmlformats.org/drawingml/2006/main">
            <a:pPr>
              <a:defRPr sz="2175" b="1">
                <a:solidFill>
                  <a:srgbClr val="F5F1E8"/>
                </a:solidFill>
                <a:latin typeface="Arial"/>
                <a:ea typeface="Arial"/>
                <a:cs typeface="Arial"/>
              </a:defRPr>
            </a:pPr>
            <a:r>
              <a:rPr sz="2175" b="1">
                <a:solidFill>
                  <a:srgbClr val="F5F1E8"/>
                </a:solidFill>
                <a:latin typeface="Arial"/>
                <a:ea typeface="Arial"/>
                <a:cs typeface="Arial"/>
              </a:rPr>
              <a:t>Разобрать</a:t>
            </a:r>
          </a:p>
        </p:txBody>
      </p:sp>
      <p:sp>
        <p:nvSpPr>
          <p:cNvPr id="9" name="text">
            <a:extLst xmlns:a="http://schemas.openxmlformats.org/drawingml/2006/main">
              <a:ext uri="{FF2B5EF4-FFF2-40B4-BE49-F238E27FC236}">
                <a16:creationId xmlns:a16="http://schemas.microsoft.com/office/drawing/2014/main" id="{E86DC12F-1D6B-41C5-ADFE-C95331E5E810}"/>
              </a:ext>
            </a:extLst>
          </p:cNvPr>
          <p:cNvSpPr>
            <a:spLocks xmlns:a="http://schemas.openxmlformats.org/drawingml/2006/main" noGrp="1"/>
          </p:cNvSpPr>
          <p:nvPr/>
        </p:nvSpPr>
        <p:spPr>
          <a:xfrm xmlns:a="http://schemas.openxmlformats.org/drawingml/2006/main">
            <a:off x="5095875" y="3162300"/>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7E6DD"/>
                </a:solidFill>
                <a:latin typeface="Arial"/>
                <a:ea typeface="Arial"/>
                <a:cs typeface="Arial"/>
              </a:defRPr>
            </a:defPPr>
            <a:lvl1pPr>
              <a:defRPr sz="1950" b="0">
                <a:solidFill>
                  <a:srgbClr val="D7E6DD"/>
                </a:solidFill>
                <a:latin typeface="Arial"/>
                <a:ea typeface="Arial"/>
                <a:cs typeface="Arial"/>
              </a:defRPr>
            </a:lvl1pPr>
            <a:lvl2pPr>
              <a:defRPr sz="1950" b="0">
                <a:solidFill>
                  <a:srgbClr val="D7E6DD"/>
                </a:solidFill>
                <a:latin typeface="Arial"/>
                <a:ea typeface="Arial"/>
                <a:cs typeface="Arial"/>
              </a:defRPr>
            </a:lvl2pPr>
            <a:lvl3pPr>
              <a:defRPr sz="1950" b="0">
                <a:solidFill>
                  <a:srgbClr val="D7E6DD"/>
                </a:solidFill>
                <a:latin typeface="Arial"/>
                <a:ea typeface="Arial"/>
                <a:cs typeface="Arial"/>
              </a:defRPr>
            </a:lvl3pPr>
            <a:lvl4pPr>
              <a:defRPr sz="1950" b="0">
                <a:solidFill>
                  <a:srgbClr val="D7E6DD"/>
                </a:solidFill>
                <a:latin typeface="Arial"/>
                <a:ea typeface="Arial"/>
                <a:cs typeface="Arial"/>
              </a:defRPr>
            </a:lvl4pPr>
            <a:lvl5pPr>
              <a:defRPr sz="1950" b="0">
                <a:solidFill>
                  <a:srgbClr val="D7E6DD"/>
                </a:solidFill>
                <a:latin typeface="Arial"/>
                <a:ea typeface="Arial"/>
                <a:cs typeface="Arial"/>
              </a:defRPr>
            </a:lvl5pPr>
            <a:lvl6pPr>
              <a:defRPr sz="1950" b="0">
                <a:solidFill>
                  <a:srgbClr val="D7E6DD"/>
                </a:solidFill>
                <a:latin typeface="Arial"/>
                <a:ea typeface="Arial"/>
                <a:cs typeface="Arial"/>
              </a:defRPr>
            </a:lvl6pPr>
            <a:lvl7pPr>
              <a:defRPr sz="1950" b="0">
                <a:solidFill>
                  <a:srgbClr val="D7E6DD"/>
                </a:solidFill>
                <a:latin typeface="Arial"/>
                <a:ea typeface="Arial"/>
                <a:cs typeface="Arial"/>
              </a:defRPr>
            </a:lvl7pPr>
            <a:lvl8pPr>
              <a:defRPr sz="1950" b="0">
                <a:solidFill>
                  <a:srgbClr val="D7E6DD"/>
                </a:solidFill>
                <a:latin typeface="Arial"/>
                <a:ea typeface="Arial"/>
                <a:cs typeface="Arial"/>
              </a:defRPr>
            </a:lvl8pPr>
            <a:lvl9pPr>
              <a:defRPr sz="1950" b="0">
                <a:solidFill>
                  <a:srgbClr val="D7E6DD"/>
                </a:solidFill>
                <a:latin typeface="Arial"/>
                <a:ea typeface="Arial"/>
                <a:cs typeface="Arial"/>
              </a:defRPr>
            </a:lvl9pPr>
          </a:lstStyle>
          <a:p xmlns:a="http://schemas.openxmlformats.org/drawingml/2006/main">
            <a:pPr>
              <a:defRPr sz="1950" b="0">
                <a:solidFill>
                  <a:srgbClr val="D7E6DD"/>
                </a:solidFill>
                <a:latin typeface="Arial"/>
                <a:ea typeface="Arial"/>
                <a:cs typeface="Arial"/>
              </a:defRPr>
            </a:pPr>
            <a:r>
              <a:rPr sz="1950" b="0">
                <a:solidFill>
                  <a:srgbClr val="D7E6DD"/>
                </a:solidFill>
                <a:latin typeface="Arial"/>
                <a:ea typeface="Arial"/>
                <a:cs typeface="Arial"/>
              </a:rPr>
              <a:t>Проверить роль, факты, fit и доступность найма.</a:t>
            </a:r>
          </a:p>
        </p:txBody>
      </p:sp>
      <p:sp>
        <p:nvSpPr>
          <p:cNvPr id="10" name="text">
            <a:extLst xmlns:a="http://schemas.openxmlformats.org/drawingml/2006/main">
              <a:ext uri="{FF2B5EF4-FFF2-40B4-BE49-F238E27FC236}">
                <a16:creationId xmlns:a16="http://schemas.microsoft.com/office/drawing/2014/main" id="{A244AEB6-0EC6-41C9-A7F1-C5F8FC31C118}"/>
              </a:ext>
            </a:extLst>
          </p:cNvPr>
          <p:cNvSpPr>
            <a:spLocks xmlns:a="http://schemas.openxmlformats.org/drawingml/2006/main" noGrp="1"/>
          </p:cNvSpPr>
          <p:nvPr/>
        </p:nvSpPr>
        <p:spPr>
          <a:xfrm xmlns:a="http://schemas.openxmlformats.org/drawingml/2006/main">
            <a:off x="628650" y="40005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D7E6DD"/>
                </a:solidFill>
                <a:latin typeface="Arial"/>
                <a:ea typeface="Arial"/>
                <a:cs typeface="Arial"/>
              </a:defRPr>
            </a:defPPr>
            <a:lvl1pPr>
              <a:defRPr sz="2850" b="1">
                <a:solidFill>
                  <a:srgbClr val="D7E6DD"/>
                </a:solidFill>
                <a:latin typeface="Arial"/>
                <a:ea typeface="Arial"/>
                <a:cs typeface="Arial"/>
              </a:defRPr>
            </a:lvl1pPr>
            <a:lvl2pPr>
              <a:defRPr sz="2850" b="1">
                <a:solidFill>
                  <a:srgbClr val="D7E6DD"/>
                </a:solidFill>
                <a:latin typeface="Arial"/>
                <a:ea typeface="Arial"/>
                <a:cs typeface="Arial"/>
              </a:defRPr>
            </a:lvl2pPr>
            <a:lvl3pPr>
              <a:defRPr sz="2850" b="1">
                <a:solidFill>
                  <a:srgbClr val="D7E6DD"/>
                </a:solidFill>
                <a:latin typeface="Arial"/>
                <a:ea typeface="Arial"/>
                <a:cs typeface="Arial"/>
              </a:defRPr>
            </a:lvl3pPr>
            <a:lvl4pPr>
              <a:defRPr sz="2850" b="1">
                <a:solidFill>
                  <a:srgbClr val="D7E6DD"/>
                </a:solidFill>
                <a:latin typeface="Arial"/>
                <a:ea typeface="Arial"/>
                <a:cs typeface="Arial"/>
              </a:defRPr>
            </a:lvl4pPr>
            <a:lvl5pPr>
              <a:defRPr sz="2850" b="1">
                <a:solidFill>
                  <a:srgbClr val="D7E6DD"/>
                </a:solidFill>
                <a:latin typeface="Arial"/>
                <a:ea typeface="Arial"/>
                <a:cs typeface="Arial"/>
              </a:defRPr>
            </a:lvl5pPr>
            <a:lvl6pPr>
              <a:defRPr sz="2850" b="1">
                <a:solidFill>
                  <a:srgbClr val="D7E6DD"/>
                </a:solidFill>
                <a:latin typeface="Arial"/>
                <a:ea typeface="Arial"/>
                <a:cs typeface="Arial"/>
              </a:defRPr>
            </a:lvl6pPr>
            <a:lvl7pPr>
              <a:defRPr sz="2850" b="1">
                <a:solidFill>
                  <a:srgbClr val="D7E6DD"/>
                </a:solidFill>
                <a:latin typeface="Arial"/>
                <a:ea typeface="Arial"/>
                <a:cs typeface="Arial"/>
              </a:defRPr>
            </a:lvl7pPr>
            <a:lvl8pPr>
              <a:defRPr sz="2850" b="1">
                <a:solidFill>
                  <a:srgbClr val="D7E6DD"/>
                </a:solidFill>
                <a:latin typeface="Arial"/>
                <a:ea typeface="Arial"/>
                <a:cs typeface="Arial"/>
              </a:defRPr>
            </a:lvl8pPr>
            <a:lvl9pPr>
              <a:defRPr sz="2850" b="1">
                <a:solidFill>
                  <a:srgbClr val="D7E6DD"/>
                </a:solidFill>
                <a:latin typeface="Arial"/>
                <a:ea typeface="Arial"/>
                <a:cs typeface="Arial"/>
              </a:defRPr>
            </a:lvl9pPr>
          </a:lstStyle>
          <a:p xmlns:a="http://schemas.openxmlformats.org/drawingml/2006/main">
            <a:pPr>
              <a:defRPr sz="2850" b="1">
                <a:solidFill>
                  <a:srgbClr val="D7E6DD"/>
                </a:solidFill>
                <a:latin typeface="Arial"/>
                <a:ea typeface="Arial"/>
                <a:cs typeface="Arial"/>
              </a:defRPr>
            </a:pPr>
            <a:r>
              <a:rPr sz="2850" b="1">
                <a:solidFill>
                  <a:srgbClr val="D7E6DD"/>
                </a:solidFill>
                <a:latin typeface="Arial"/>
                <a:ea typeface="Arial"/>
                <a:cs typeface="Arial"/>
              </a:rPr>
              <a:t>03</a:t>
            </a:r>
          </a:p>
        </p:txBody>
      </p:sp>
      <p:sp>
        <p:nvSpPr>
          <p:cNvPr id="11" name="text">
            <a:extLst xmlns:a="http://schemas.openxmlformats.org/drawingml/2006/main">
              <a:ext uri="{FF2B5EF4-FFF2-40B4-BE49-F238E27FC236}">
                <a16:creationId xmlns:a16="http://schemas.microsoft.com/office/drawing/2014/main" id="{DCF6C85C-11E9-404A-BDDB-4F7E9DF78805}"/>
              </a:ext>
            </a:extLst>
          </p:cNvPr>
          <p:cNvSpPr>
            <a:spLocks xmlns:a="http://schemas.openxmlformats.org/drawingml/2006/main" noGrp="1"/>
          </p:cNvSpPr>
          <p:nvPr/>
        </p:nvSpPr>
        <p:spPr>
          <a:xfrm xmlns:a="http://schemas.openxmlformats.org/drawingml/2006/main">
            <a:off x="1666875" y="40005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5F1E8"/>
                </a:solidFill>
                <a:latin typeface="Arial"/>
                <a:ea typeface="Arial"/>
                <a:cs typeface="Arial"/>
              </a:defRPr>
            </a:defPPr>
            <a:lvl1pPr>
              <a:defRPr sz="2175" b="1">
                <a:solidFill>
                  <a:srgbClr val="F5F1E8"/>
                </a:solidFill>
                <a:latin typeface="Arial"/>
                <a:ea typeface="Arial"/>
                <a:cs typeface="Arial"/>
              </a:defRPr>
            </a:lvl1pPr>
            <a:lvl2pPr>
              <a:defRPr sz="2175" b="1">
                <a:solidFill>
                  <a:srgbClr val="F5F1E8"/>
                </a:solidFill>
                <a:latin typeface="Arial"/>
                <a:ea typeface="Arial"/>
                <a:cs typeface="Arial"/>
              </a:defRPr>
            </a:lvl2pPr>
            <a:lvl3pPr>
              <a:defRPr sz="2175" b="1">
                <a:solidFill>
                  <a:srgbClr val="F5F1E8"/>
                </a:solidFill>
                <a:latin typeface="Arial"/>
                <a:ea typeface="Arial"/>
                <a:cs typeface="Arial"/>
              </a:defRPr>
            </a:lvl3pPr>
            <a:lvl4pPr>
              <a:defRPr sz="2175" b="1">
                <a:solidFill>
                  <a:srgbClr val="F5F1E8"/>
                </a:solidFill>
                <a:latin typeface="Arial"/>
                <a:ea typeface="Arial"/>
                <a:cs typeface="Arial"/>
              </a:defRPr>
            </a:lvl4pPr>
            <a:lvl5pPr>
              <a:defRPr sz="2175" b="1">
                <a:solidFill>
                  <a:srgbClr val="F5F1E8"/>
                </a:solidFill>
                <a:latin typeface="Arial"/>
                <a:ea typeface="Arial"/>
                <a:cs typeface="Arial"/>
              </a:defRPr>
            </a:lvl5pPr>
            <a:lvl6pPr>
              <a:defRPr sz="2175" b="1">
                <a:solidFill>
                  <a:srgbClr val="F5F1E8"/>
                </a:solidFill>
                <a:latin typeface="Arial"/>
                <a:ea typeface="Arial"/>
                <a:cs typeface="Arial"/>
              </a:defRPr>
            </a:lvl6pPr>
            <a:lvl7pPr>
              <a:defRPr sz="2175" b="1">
                <a:solidFill>
                  <a:srgbClr val="F5F1E8"/>
                </a:solidFill>
                <a:latin typeface="Arial"/>
                <a:ea typeface="Arial"/>
                <a:cs typeface="Arial"/>
              </a:defRPr>
            </a:lvl7pPr>
            <a:lvl8pPr>
              <a:defRPr sz="2175" b="1">
                <a:solidFill>
                  <a:srgbClr val="F5F1E8"/>
                </a:solidFill>
                <a:latin typeface="Arial"/>
                <a:ea typeface="Arial"/>
                <a:cs typeface="Arial"/>
              </a:defRPr>
            </a:lvl8pPr>
            <a:lvl9pPr>
              <a:defRPr sz="2175" b="1">
                <a:solidFill>
                  <a:srgbClr val="F5F1E8"/>
                </a:solidFill>
                <a:latin typeface="Arial"/>
                <a:ea typeface="Arial"/>
                <a:cs typeface="Arial"/>
              </a:defRPr>
            </a:lvl9pPr>
          </a:lstStyle>
          <a:p xmlns:a="http://schemas.openxmlformats.org/drawingml/2006/main">
            <a:pPr>
              <a:defRPr sz="2175" b="1">
                <a:solidFill>
                  <a:srgbClr val="F5F1E8"/>
                </a:solidFill>
                <a:latin typeface="Arial"/>
                <a:ea typeface="Arial"/>
                <a:cs typeface="Arial"/>
              </a:defRPr>
            </a:pPr>
            <a:r>
              <a:rPr sz="2175" b="1">
                <a:solidFill>
                  <a:srgbClr val="F5F1E8"/>
                </a:solidFill>
                <a:latin typeface="Arial"/>
                <a:ea typeface="Arial"/>
                <a:cs typeface="Arial"/>
              </a:rPr>
              <a:t>Выбрать</a:t>
            </a:r>
          </a:p>
        </p:txBody>
      </p:sp>
      <p:sp>
        <p:nvSpPr>
          <p:cNvPr id="12" name="text">
            <a:extLst xmlns:a="http://schemas.openxmlformats.org/drawingml/2006/main">
              <a:ext uri="{FF2B5EF4-FFF2-40B4-BE49-F238E27FC236}">
                <a16:creationId xmlns:a16="http://schemas.microsoft.com/office/drawing/2014/main" id="{C03DD619-9DE5-4284-9FFA-5889E17E9C18}"/>
              </a:ext>
            </a:extLst>
          </p:cNvPr>
          <p:cNvSpPr>
            <a:spLocks xmlns:a="http://schemas.openxmlformats.org/drawingml/2006/main" noGrp="1"/>
          </p:cNvSpPr>
          <p:nvPr/>
        </p:nvSpPr>
        <p:spPr>
          <a:xfrm xmlns:a="http://schemas.openxmlformats.org/drawingml/2006/main">
            <a:off x="5095875" y="4019550"/>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7E6DD"/>
                </a:solidFill>
                <a:latin typeface="Arial"/>
                <a:ea typeface="Arial"/>
                <a:cs typeface="Arial"/>
              </a:defRPr>
            </a:defPPr>
            <a:lvl1pPr>
              <a:defRPr sz="1950" b="0">
                <a:solidFill>
                  <a:srgbClr val="D7E6DD"/>
                </a:solidFill>
                <a:latin typeface="Arial"/>
                <a:ea typeface="Arial"/>
                <a:cs typeface="Arial"/>
              </a:defRPr>
            </a:lvl1pPr>
            <a:lvl2pPr>
              <a:defRPr sz="1950" b="0">
                <a:solidFill>
                  <a:srgbClr val="D7E6DD"/>
                </a:solidFill>
                <a:latin typeface="Arial"/>
                <a:ea typeface="Arial"/>
                <a:cs typeface="Arial"/>
              </a:defRPr>
            </a:lvl2pPr>
            <a:lvl3pPr>
              <a:defRPr sz="1950" b="0">
                <a:solidFill>
                  <a:srgbClr val="D7E6DD"/>
                </a:solidFill>
                <a:latin typeface="Arial"/>
                <a:ea typeface="Arial"/>
                <a:cs typeface="Arial"/>
              </a:defRPr>
            </a:lvl3pPr>
            <a:lvl4pPr>
              <a:defRPr sz="1950" b="0">
                <a:solidFill>
                  <a:srgbClr val="D7E6DD"/>
                </a:solidFill>
                <a:latin typeface="Arial"/>
                <a:ea typeface="Arial"/>
                <a:cs typeface="Arial"/>
              </a:defRPr>
            </a:lvl4pPr>
            <a:lvl5pPr>
              <a:defRPr sz="1950" b="0">
                <a:solidFill>
                  <a:srgbClr val="D7E6DD"/>
                </a:solidFill>
                <a:latin typeface="Arial"/>
                <a:ea typeface="Arial"/>
                <a:cs typeface="Arial"/>
              </a:defRPr>
            </a:lvl5pPr>
            <a:lvl6pPr>
              <a:defRPr sz="1950" b="0">
                <a:solidFill>
                  <a:srgbClr val="D7E6DD"/>
                </a:solidFill>
                <a:latin typeface="Arial"/>
                <a:ea typeface="Arial"/>
                <a:cs typeface="Arial"/>
              </a:defRPr>
            </a:lvl6pPr>
            <a:lvl7pPr>
              <a:defRPr sz="1950" b="0">
                <a:solidFill>
                  <a:srgbClr val="D7E6DD"/>
                </a:solidFill>
                <a:latin typeface="Arial"/>
                <a:ea typeface="Arial"/>
                <a:cs typeface="Arial"/>
              </a:defRPr>
            </a:lvl7pPr>
            <a:lvl8pPr>
              <a:defRPr sz="1950" b="0">
                <a:solidFill>
                  <a:srgbClr val="D7E6DD"/>
                </a:solidFill>
                <a:latin typeface="Arial"/>
                <a:ea typeface="Arial"/>
                <a:cs typeface="Arial"/>
              </a:defRPr>
            </a:lvl8pPr>
            <a:lvl9pPr>
              <a:defRPr sz="1950" b="0">
                <a:solidFill>
                  <a:srgbClr val="D7E6DD"/>
                </a:solidFill>
                <a:latin typeface="Arial"/>
                <a:ea typeface="Arial"/>
                <a:cs typeface="Arial"/>
              </a:defRPr>
            </a:lvl9pPr>
          </a:lstStyle>
          <a:p xmlns:a="http://schemas.openxmlformats.org/drawingml/2006/main">
            <a:pPr>
              <a:defRPr sz="1950" b="0">
                <a:solidFill>
                  <a:srgbClr val="D7E6DD"/>
                </a:solidFill>
                <a:latin typeface="Arial"/>
                <a:ea typeface="Arial"/>
                <a:cs typeface="Arial"/>
              </a:defRPr>
            </a:pPr>
            <a:r>
              <a:rPr sz="1950" b="0">
                <a:solidFill>
                  <a:srgbClr val="D7E6DD"/>
                </a:solidFill>
                <a:latin typeface="Arial"/>
                <a:ea typeface="Arial"/>
                <a:cs typeface="Arial"/>
              </a:rPr>
              <a:t>Подтвердить P1/P2 и следующий шаг в CRM.</a:t>
            </a:r>
          </a:p>
        </p:txBody>
      </p:sp>
      <p:sp>
        <p:nvSpPr>
          <p:cNvPr id="13" name="text">
            <a:extLst xmlns:a="http://schemas.openxmlformats.org/drawingml/2006/main">
              <a:ext uri="{FF2B5EF4-FFF2-40B4-BE49-F238E27FC236}">
                <a16:creationId xmlns:a16="http://schemas.microsoft.com/office/drawing/2014/main" id="{3E21A35D-D8DA-4F20-AB35-89C8E2B60401}"/>
              </a:ext>
            </a:extLst>
          </p:cNvPr>
          <p:cNvSpPr>
            <a:spLocks xmlns:a="http://schemas.openxmlformats.org/drawingml/2006/main" noGrp="1"/>
          </p:cNvSpPr>
          <p:nvPr/>
        </p:nvSpPr>
        <p:spPr>
          <a:xfrm xmlns:a="http://schemas.openxmlformats.org/drawingml/2006/main">
            <a:off x="628650" y="485775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D7E6DD"/>
                </a:solidFill>
                <a:latin typeface="Arial"/>
                <a:ea typeface="Arial"/>
                <a:cs typeface="Arial"/>
              </a:defRPr>
            </a:defPPr>
            <a:lvl1pPr>
              <a:defRPr sz="2850" b="1">
                <a:solidFill>
                  <a:srgbClr val="D7E6DD"/>
                </a:solidFill>
                <a:latin typeface="Arial"/>
                <a:ea typeface="Arial"/>
                <a:cs typeface="Arial"/>
              </a:defRPr>
            </a:lvl1pPr>
            <a:lvl2pPr>
              <a:defRPr sz="2850" b="1">
                <a:solidFill>
                  <a:srgbClr val="D7E6DD"/>
                </a:solidFill>
                <a:latin typeface="Arial"/>
                <a:ea typeface="Arial"/>
                <a:cs typeface="Arial"/>
              </a:defRPr>
            </a:lvl2pPr>
            <a:lvl3pPr>
              <a:defRPr sz="2850" b="1">
                <a:solidFill>
                  <a:srgbClr val="D7E6DD"/>
                </a:solidFill>
                <a:latin typeface="Arial"/>
                <a:ea typeface="Arial"/>
                <a:cs typeface="Arial"/>
              </a:defRPr>
            </a:lvl3pPr>
            <a:lvl4pPr>
              <a:defRPr sz="2850" b="1">
                <a:solidFill>
                  <a:srgbClr val="D7E6DD"/>
                </a:solidFill>
                <a:latin typeface="Arial"/>
                <a:ea typeface="Arial"/>
                <a:cs typeface="Arial"/>
              </a:defRPr>
            </a:lvl4pPr>
            <a:lvl5pPr>
              <a:defRPr sz="2850" b="1">
                <a:solidFill>
                  <a:srgbClr val="D7E6DD"/>
                </a:solidFill>
                <a:latin typeface="Arial"/>
                <a:ea typeface="Arial"/>
                <a:cs typeface="Arial"/>
              </a:defRPr>
            </a:lvl5pPr>
            <a:lvl6pPr>
              <a:defRPr sz="2850" b="1">
                <a:solidFill>
                  <a:srgbClr val="D7E6DD"/>
                </a:solidFill>
                <a:latin typeface="Arial"/>
                <a:ea typeface="Arial"/>
                <a:cs typeface="Arial"/>
              </a:defRPr>
            </a:lvl6pPr>
            <a:lvl7pPr>
              <a:defRPr sz="2850" b="1">
                <a:solidFill>
                  <a:srgbClr val="D7E6DD"/>
                </a:solidFill>
                <a:latin typeface="Arial"/>
                <a:ea typeface="Arial"/>
                <a:cs typeface="Arial"/>
              </a:defRPr>
            </a:lvl7pPr>
            <a:lvl8pPr>
              <a:defRPr sz="2850" b="1">
                <a:solidFill>
                  <a:srgbClr val="D7E6DD"/>
                </a:solidFill>
                <a:latin typeface="Arial"/>
                <a:ea typeface="Arial"/>
                <a:cs typeface="Arial"/>
              </a:defRPr>
            </a:lvl8pPr>
            <a:lvl9pPr>
              <a:defRPr sz="2850" b="1">
                <a:solidFill>
                  <a:srgbClr val="D7E6DD"/>
                </a:solidFill>
                <a:latin typeface="Arial"/>
                <a:ea typeface="Arial"/>
                <a:cs typeface="Arial"/>
              </a:defRPr>
            </a:lvl9pPr>
          </a:lstStyle>
          <a:p xmlns:a="http://schemas.openxmlformats.org/drawingml/2006/main">
            <a:pPr>
              <a:defRPr sz="2850" b="1">
                <a:solidFill>
                  <a:srgbClr val="D7E6DD"/>
                </a:solidFill>
                <a:latin typeface="Arial"/>
                <a:ea typeface="Arial"/>
                <a:cs typeface="Arial"/>
              </a:defRPr>
            </a:pPr>
            <a:r>
              <a:rPr sz="2850" b="1">
                <a:solidFill>
                  <a:srgbClr val="D7E6DD"/>
                </a:solidFill>
                <a:latin typeface="Arial"/>
                <a:ea typeface="Arial"/>
                <a:cs typeface="Arial"/>
              </a:rPr>
              <a:t>04</a:t>
            </a:r>
          </a:p>
        </p:txBody>
      </p:sp>
      <p:sp>
        <p:nvSpPr>
          <p:cNvPr id="14" name="text">
            <a:extLst xmlns:a="http://schemas.openxmlformats.org/drawingml/2006/main">
              <a:ext uri="{FF2B5EF4-FFF2-40B4-BE49-F238E27FC236}">
                <a16:creationId xmlns:a16="http://schemas.microsoft.com/office/drawing/2014/main" id="{3DE2F7C7-B9B4-48F6-8A9E-C4C654890E32}"/>
              </a:ext>
            </a:extLst>
          </p:cNvPr>
          <p:cNvSpPr>
            <a:spLocks xmlns:a="http://schemas.openxmlformats.org/drawingml/2006/main" noGrp="1"/>
          </p:cNvSpPr>
          <p:nvPr/>
        </p:nvSpPr>
        <p:spPr>
          <a:xfrm xmlns:a="http://schemas.openxmlformats.org/drawingml/2006/main">
            <a:off x="1666875" y="48577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5F1E8"/>
                </a:solidFill>
                <a:latin typeface="Arial"/>
                <a:ea typeface="Arial"/>
                <a:cs typeface="Arial"/>
              </a:defRPr>
            </a:defPPr>
            <a:lvl1pPr>
              <a:defRPr sz="2175" b="1">
                <a:solidFill>
                  <a:srgbClr val="F5F1E8"/>
                </a:solidFill>
                <a:latin typeface="Arial"/>
                <a:ea typeface="Arial"/>
                <a:cs typeface="Arial"/>
              </a:defRPr>
            </a:lvl1pPr>
            <a:lvl2pPr>
              <a:defRPr sz="2175" b="1">
                <a:solidFill>
                  <a:srgbClr val="F5F1E8"/>
                </a:solidFill>
                <a:latin typeface="Arial"/>
                <a:ea typeface="Arial"/>
                <a:cs typeface="Arial"/>
              </a:defRPr>
            </a:lvl2pPr>
            <a:lvl3pPr>
              <a:defRPr sz="2175" b="1">
                <a:solidFill>
                  <a:srgbClr val="F5F1E8"/>
                </a:solidFill>
                <a:latin typeface="Arial"/>
                <a:ea typeface="Arial"/>
                <a:cs typeface="Arial"/>
              </a:defRPr>
            </a:lvl3pPr>
            <a:lvl4pPr>
              <a:defRPr sz="2175" b="1">
                <a:solidFill>
                  <a:srgbClr val="F5F1E8"/>
                </a:solidFill>
                <a:latin typeface="Arial"/>
                <a:ea typeface="Arial"/>
                <a:cs typeface="Arial"/>
              </a:defRPr>
            </a:lvl4pPr>
            <a:lvl5pPr>
              <a:defRPr sz="2175" b="1">
                <a:solidFill>
                  <a:srgbClr val="F5F1E8"/>
                </a:solidFill>
                <a:latin typeface="Arial"/>
                <a:ea typeface="Arial"/>
                <a:cs typeface="Arial"/>
              </a:defRPr>
            </a:lvl5pPr>
            <a:lvl6pPr>
              <a:defRPr sz="2175" b="1">
                <a:solidFill>
                  <a:srgbClr val="F5F1E8"/>
                </a:solidFill>
                <a:latin typeface="Arial"/>
                <a:ea typeface="Arial"/>
                <a:cs typeface="Arial"/>
              </a:defRPr>
            </a:lvl6pPr>
            <a:lvl7pPr>
              <a:defRPr sz="2175" b="1">
                <a:solidFill>
                  <a:srgbClr val="F5F1E8"/>
                </a:solidFill>
                <a:latin typeface="Arial"/>
                <a:ea typeface="Arial"/>
                <a:cs typeface="Arial"/>
              </a:defRPr>
            </a:lvl7pPr>
            <a:lvl8pPr>
              <a:defRPr sz="2175" b="1">
                <a:solidFill>
                  <a:srgbClr val="F5F1E8"/>
                </a:solidFill>
                <a:latin typeface="Arial"/>
                <a:ea typeface="Arial"/>
                <a:cs typeface="Arial"/>
              </a:defRPr>
            </a:lvl8pPr>
            <a:lvl9pPr>
              <a:defRPr sz="2175" b="1">
                <a:solidFill>
                  <a:srgbClr val="F5F1E8"/>
                </a:solidFill>
                <a:latin typeface="Arial"/>
                <a:ea typeface="Arial"/>
                <a:cs typeface="Arial"/>
              </a:defRPr>
            </a:lvl9pPr>
          </a:lstStyle>
          <a:p xmlns:a="http://schemas.openxmlformats.org/drawingml/2006/main">
            <a:pPr>
              <a:defRPr sz="2175" b="1">
                <a:solidFill>
                  <a:srgbClr val="F5F1E8"/>
                </a:solidFill>
                <a:latin typeface="Arial"/>
                <a:ea typeface="Arial"/>
                <a:cs typeface="Arial"/>
              </a:defRPr>
            </a:pPr>
            <a:r>
              <a:rPr sz="2175" b="1">
                <a:solidFill>
                  <a:srgbClr val="F5F1E8"/>
                </a:solidFill>
                <a:latin typeface="Arial"/>
                <a:ea typeface="Arial"/>
                <a:cs typeface="Arial"/>
              </a:rPr>
              <a:t>Проверить качество</a:t>
            </a:r>
          </a:p>
        </p:txBody>
      </p:sp>
      <p:sp>
        <p:nvSpPr>
          <p:cNvPr id="15" name="text">
            <a:extLst xmlns:a="http://schemas.openxmlformats.org/drawingml/2006/main">
              <a:ext uri="{FF2B5EF4-FFF2-40B4-BE49-F238E27FC236}">
                <a16:creationId xmlns:a16="http://schemas.microsoft.com/office/drawing/2014/main" id="{A20E0BFE-65E0-44CC-8F35-EBC3A8E2C5F9}"/>
              </a:ext>
            </a:extLst>
          </p:cNvPr>
          <p:cNvSpPr>
            <a:spLocks xmlns:a="http://schemas.openxmlformats.org/drawingml/2006/main" noGrp="1"/>
          </p:cNvSpPr>
          <p:nvPr/>
        </p:nvSpPr>
        <p:spPr>
          <a:xfrm xmlns:a="http://schemas.openxmlformats.org/drawingml/2006/main">
            <a:off x="5095875" y="4876800"/>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7E6DD"/>
                </a:solidFill>
                <a:latin typeface="Arial"/>
                <a:ea typeface="Arial"/>
                <a:cs typeface="Arial"/>
              </a:defRPr>
            </a:defPPr>
            <a:lvl1pPr>
              <a:defRPr sz="1950" b="0">
                <a:solidFill>
                  <a:srgbClr val="D7E6DD"/>
                </a:solidFill>
                <a:latin typeface="Arial"/>
                <a:ea typeface="Arial"/>
                <a:cs typeface="Arial"/>
              </a:defRPr>
            </a:lvl1pPr>
            <a:lvl2pPr>
              <a:defRPr sz="1950" b="0">
                <a:solidFill>
                  <a:srgbClr val="D7E6DD"/>
                </a:solidFill>
                <a:latin typeface="Arial"/>
                <a:ea typeface="Arial"/>
                <a:cs typeface="Arial"/>
              </a:defRPr>
            </a:lvl2pPr>
            <a:lvl3pPr>
              <a:defRPr sz="1950" b="0">
                <a:solidFill>
                  <a:srgbClr val="D7E6DD"/>
                </a:solidFill>
                <a:latin typeface="Arial"/>
                <a:ea typeface="Arial"/>
                <a:cs typeface="Arial"/>
              </a:defRPr>
            </a:lvl3pPr>
            <a:lvl4pPr>
              <a:defRPr sz="1950" b="0">
                <a:solidFill>
                  <a:srgbClr val="D7E6DD"/>
                </a:solidFill>
                <a:latin typeface="Arial"/>
                <a:ea typeface="Arial"/>
                <a:cs typeface="Arial"/>
              </a:defRPr>
            </a:lvl4pPr>
            <a:lvl5pPr>
              <a:defRPr sz="1950" b="0">
                <a:solidFill>
                  <a:srgbClr val="D7E6DD"/>
                </a:solidFill>
                <a:latin typeface="Arial"/>
                <a:ea typeface="Arial"/>
                <a:cs typeface="Arial"/>
              </a:defRPr>
            </a:lvl5pPr>
            <a:lvl6pPr>
              <a:defRPr sz="1950" b="0">
                <a:solidFill>
                  <a:srgbClr val="D7E6DD"/>
                </a:solidFill>
                <a:latin typeface="Arial"/>
                <a:ea typeface="Arial"/>
                <a:cs typeface="Arial"/>
              </a:defRPr>
            </a:lvl6pPr>
            <a:lvl7pPr>
              <a:defRPr sz="1950" b="0">
                <a:solidFill>
                  <a:srgbClr val="D7E6DD"/>
                </a:solidFill>
                <a:latin typeface="Arial"/>
                <a:ea typeface="Arial"/>
                <a:cs typeface="Arial"/>
              </a:defRPr>
            </a:lvl7pPr>
            <a:lvl8pPr>
              <a:defRPr sz="1950" b="0">
                <a:solidFill>
                  <a:srgbClr val="D7E6DD"/>
                </a:solidFill>
                <a:latin typeface="Arial"/>
                <a:ea typeface="Arial"/>
                <a:cs typeface="Arial"/>
              </a:defRPr>
            </a:lvl8pPr>
            <a:lvl9pPr>
              <a:defRPr sz="1950" b="0">
                <a:solidFill>
                  <a:srgbClr val="D7E6DD"/>
                </a:solidFill>
                <a:latin typeface="Arial"/>
                <a:ea typeface="Arial"/>
                <a:cs typeface="Arial"/>
              </a:defRPr>
            </a:lvl9pPr>
          </a:lstStyle>
          <a:p xmlns:a="http://schemas.openxmlformats.org/drawingml/2006/main">
            <a:pPr>
              <a:defRPr sz="1950" b="0">
                <a:solidFill>
                  <a:srgbClr val="D7E6DD"/>
                </a:solidFill>
                <a:latin typeface="Arial"/>
                <a:ea typeface="Arial"/>
                <a:cs typeface="Arial"/>
              </a:defRPr>
            </a:pPr>
            <a:r>
              <a:rPr sz="1950" b="0">
                <a:solidFill>
                  <a:srgbClr val="D7E6DD"/>
                </a:solidFill>
                <a:latin typeface="Arial"/>
                <a:ea typeface="Arial"/>
                <a:cs typeface="Arial"/>
              </a:rPr>
              <a:t>Разметить независимую выборку и сравнить версии.</a:t>
            </a:r>
          </a:p>
        </p:txBody>
      </p:sp>
      <p:sp>
        <p:nvSpPr>
          <p:cNvPr id="16" name="text">
            <a:extLst xmlns:a="http://schemas.openxmlformats.org/drawingml/2006/main">
              <a:ext uri="{FF2B5EF4-FFF2-40B4-BE49-F238E27FC236}">
                <a16:creationId xmlns:a16="http://schemas.microsoft.com/office/drawing/2014/main" id="{8FEAC649-D6B5-48D7-A941-0499891AEE39}"/>
              </a:ext>
            </a:extLst>
          </p:cNvPr>
          <p:cNvSpPr>
            <a:spLocks xmlns:a="http://schemas.openxmlformats.org/drawingml/2006/main" noGrp="1"/>
          </p:cNvSpPr>
          <p:nvPr/>
        </p:nvSpPr>
        <p:spPr>
          <a:xfrm xmlns:a="http://schemas.openxmlformats.org/drawingml/2006/main">
            <a:off x="628650" y="5810250"/>
            <a:ext cx="10906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7E6DD"/>
                </a:solidFill>
                <a:latin typeface="Arial"/>
                <a:ea typeface="Arial"/>
                <a:cs typeface="Arial"/>
              </a:defRPr>
            </a:defPPr>
            <a:lvl1pPr>
              <a:defRPr sz="1875" b="0">
                <a:solidFill>
                  <a:srgbClr val="D7E6DD"/>
                </a:solidFill>
                <a:latin typeface="Arial"/>
                <a:ea typeface="Arial"/>
                <a:cs typeface="Arial"/>
              </a:defRPr>
            </a:lvl1pPr>
            <a:lvl2pPr>
              <a:defRPr sz="1875" b="0">
                <a:solidFill>
                  <a:srgbClr val="D7E6DD"/>
                </a:solidFill>
                <a:latin typeface="Arial"/>
                <a:ea typeface="Arial"/>
                <a:cs typeface="Arial"/>
              </a:defRPr>
            </a:lvl2pPr>
            <a:lvl3pPr>
              <a:defRPr sz="1875" b="0">
                <a:solidFill>
                  <a:srgbClr val="D7E6DD"/>
                </a:solidFill>
                <a:latin typeface="Arial"/>
                <a:ea typeface="Arial"/>
                <a:cs typeface="Arial"/>
              </a:defRPr>
            </a:lvl3pPr>
            <a:lvl4pPr>
              <a:defRPr sz="1875" b="0">
                <a:solidFill>
                  <a:srgbClr val="D7E6DD"/>
                </a:solidFill>
                <a:latin typeface="Arial"/>
                <a:ea typeface="Arial"/>
                <a:cs typeface="Arial"/>
              </a:defRPr>
            </a:lvl4pPr>
            <a:lvl5pPr>
              <a:defRPr sz="1875" b="0">
                <a:solidFill>
                  <a:srgbClr val="D7E6DD"/>
                </a:solidFill>
                <a:latin typeface="Arial"/>
                <a:ea typeface="Arial"/>
                <a:cs typeface="Arial"/>
              </a:defRPr>
            </a:lvl5pPr>
            <a:lvl6pPr>
              <a:defRPr sz="1875" b="0">
                <a:solidFill>
                  <a:srgbClr val="D7E6DD"/>
                </a:solidFill>
                <a:latin typeface="Arial"/>
                <a:ea typeface="Arial"/>
                <a:cs typeface="Arial"/>
              </a:defRPr>
            </a:lvl6pPr>
            <a:lvl7pPr>
              <a:defRPr sz="1875" b="0">
                <a:solidFill>
                  <a:srgbClr val="D7E6DD"/>
                </a:solidFill>
                <a:latin typeface="Arial"/>
                <a:ea typeface="Arial"/>
                <a:cs typeface="Arial"/>
              </a:defRPr>
            </a:lvl7pPr>
            <a:lvl8pPr>
              <a:defRPr sz="1875" b="0">
                <a:solidFill>
                  <a:srgbClr val="D7E6DD"/>
                </a:solidFill>
                <a:latin typeface="Arial"/>
                <a:ea typeface="Arial"/>
                <a:cs typeface="Arial"/>
              </a:defRPr>
            </a:lvl8pPr>
            <a:lvl9pPr>
              <a:defRPr sz="1875" b="0">
                <a:solidFill>
                  <a:srgbClr val="D7E6DD"/>
                </a:solidFill>
                <a:latin typeface="Arial"/>
                <a:ea typeface="Arial"/>
                <a:cs typeface="Arial"/>
              </a:defRPr>
            </a:lvl9pPr>
          </a:lstStyle>
          <a:p xmlns:a="http://schemas.openxmlformats.org/drawingml/2006/main">
            <a:pPr>
              <a:defRPr sz="1875" b="0">
                <a:solidFill>
                  <a:srgbClr val="D7E6DD"/>
                </a:solidFill>
                <a:latin typeface="Arial"/>
                <a:ea typeface="Arial"/>
                <a:cs typeface="Arial"/>
              </a:defRPr>
            </a:pPr>
            <a:r>
              <a:rPr sz="1875" b="0">
                <a:solidFill>
                  <a:srgbClr val="D7E6DD"/>
                </a:solidFill>
                <a:latin typeface="Arial"/>
                <a:ea typeface="Arial"/>
                <a:cs typeface="Arial"/>
              </a:rPr>
              <a:t>Вопросы аудита: какие полезные вакансии теряются, какие лишние проходят</a:t>
            </a:r>
          </a:p>
          <a:p xmlns:a="http://schemas.openxmlformats.org/drawingml/2006/main">
            <a:pPr>
              <a:defRPr sz="1875" b="0">
                <a:solidFill>
                  <a:srgbClr val="D7E6DD"/>
                </a:solidFill>
                <a:latin typeface="Arial"/>
                <a:ea typeface="Arial"/>
                <a:cs typeface="Arial"/>
              </a:defRPr>
            </a:pPr>
            <a:r>
              <a:rPr sz="1875" b="0">
                <a:solidFill>
                  <a:srgbClr val="D7E6DD"/>
                </a:solidFill>
                <a:latin typeface="Arial"/>
                <a:ea typeface="Arial"/>
                <a:cs typeface="Arial"/>
              </a:rPr>
              <a:t>и сколько времени и денег стоит подтверждённый результат?</a:t>
            </a:r>
          </a:p>
        </p:txBody>
      </p:sp>
    </p:spTree>
    <p:extLst>
      <p:ext uri="{BB962C8B-B14F-4D97-AF65-F5344CB8AC3E}">
        <p14:creationId xmlns:p14="http://schemas.microsoft.com/office/powerpoint/2010/main" val="3512883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2026-10-19T21:16:21.7840000Z</dcterms:created>
  <dcterms:modified xsi:type="dcterms:W3CDTF">2026-10-19T21:16:21.7840000Z</dcterms:modified>
</coreProperties>
</file>